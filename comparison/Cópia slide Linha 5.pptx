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PT Sans Narrow"/>
      <p:regular r:id="rId23"/>
      <p:bold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1B1D22-629B-4449-9599-8604826D8972}">
  <a:tblStyle styleId="{AC1B1D22-629B-4449-9599-8604826D897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TSansNarrow-bold.fntdata"/><Relationship Id="rId23" Type="http://schemas.openxmlformats.org/officeDocument/2006/relationships/font" Target="fonts/PTSansNarrow-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d9563de7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6d9563de7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6df77d06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6df77d06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6ef2760a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6ef2760a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6df77d0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6df77d0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6ef2760a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6ef2760a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6ef2760a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6ef2760a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6ef2760a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6ef2760a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6ef2760a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6ef2760a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6ef2760a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6ef2760a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7160f5f0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7160f5f0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7152a331b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7152a331b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7152a331b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7152a331b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7160f5f0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7160f5f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6ef2760a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6ef2760a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6ef2760a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6ef2760a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1004144" y="785153"/>
            <a:ext cx="7136668" cy="152400"/>
            <a:chOff x="1346429" y="1011300"/>
            <a:chExt cx="6452100" cy="152400"/>
          </a:xfrm>
        </p:grpSpPr>
        <p:cxnSp>
          <p:nvCxnSpPr>
            <p:cNvPr id="11" name="Google Shape;11;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2" name="Google Shape;12;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3" name="Google Shape;13;p2"/>
          <p:cNvGrpSpPr/>
          <p:nvPr/>
        </p:nvGrpSpPr>
        <p:grpSpPr>
          <a:xfrm>
            <a:off x="1004151" y="4882748"/>
            <a:ext cx="7136668" cy="152400"/>
            <a:chOff x="1346435" y="3969088"/>
            <a:chExt cx="6452100" cy="152400"/>
          </a:xfrm>
        </p:grpSpPr>
        <p:cxnSp>
          <p:nvCxnSpPr>
            <p:cNvPr id="14" name="Google Shape;14;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5" name="Google Shape;15;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6" name="Google Shape;16;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Font typeface="Times New Roman"/>
              <a:buNone/>
              <a:defRPr sz="5400">
                <a:latin typeface="Times New Roman"/>
                <a:ea typeface="Times New Roman"/>
                <a:cs typeface="Times New Roman"/>
                <a:sym typeface="Times New Roman"/>
              </a:defRPr>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7" name="Google Shape;17;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Font typeface="Times New Roman"/>
              <a:buNone/>
              <a:defRPr sz="3500">
                <a:latin typeface="Times New Roman"/>
                <a:ea typeface="Times New Roman"/>
                <a:cs typeface="Times New Roman"/>
                <a:sym typeface="Times New Roman"/>
              </a:defRPr>
            </a:lvl1pPr>
            <a:lvl2pPr lvl="1" algn="ctr">
              <a:spcBef>
                <a:spcPts val="0"/>
              </a:spcBef>
              <a:spcAft>
                <a:spcPts val="0"/>
              </a:spcAft>
              <a:buSzPts val="3500"/>
              <a:buFont typeface="Times New Roman"/>
              <a:buNone/>
              <a:defRPr sz="3500">
                <a:latin typeface="Times New Roman"/>
                <a:ea typeface="Times New Roman"/>
                <a:cs typeface="Times New Roman"/>
                <a:sym typeface="Times New Roman"/>
              </a:defRPr>
            </a:lvl2pPr>
            <a:lvl3pPr lvl="2" algn="ctr">
              <a:spcBef>
                <a:spcPts val="0"/>
              </a:spcBef>
              <a:spcAft>
                <a:spcPts val="0"/>
              </a:spcAft>
              <a:buSzPts val="3500"/>
              <a:buFont typeface="Times New Roman"/>
              <a:buNone/>
              <a:defRPr sz="3500">
                <a:latin typeface="Times New Roman"/>
                <a:ea typeface="Times New Roman"/>
                <a:cs typeface="Times New Roman"/>
                <a:sym typeface="Times New Roman"/>
              </a:defRPr>
            </a:lvl3pPr>
            <a:lvl4pPr lvl="3" algn="ctr">
              <a:spcBef>
                <a:spcPts val="0"/>
              </a:spcBef>
              <a:spcAft>
                <a:spcPts val="0"/>
              </a:spcAft>
              <a:buSzPts val="3500"/>
              <a:buFont typeface="Times New Roman"/>
              <a:buNone/>
              <a:defRPr sz="3500">
                <a:latin typeface="Times New Roman"/>
                <a:ea typeface="Times New Roman"/>
                <a:cs typeface="Times New Roman"/>
                <a:sym typeface="Times New Roman"/>
              </a:defRPr>
            </a:lvl4pPr>
            <a:lvl5pPr lvl="4" algn="ctr">
              <a:spcBef>
                <a:spcPts val="0"/>
              </a:spcBef>
              <a:spcAft>
                <a:spcPts val="0"/>
              </a:spcAft>
              <a:buSzPts val="3500"/>
              <a:buFont typeface="Times New Roman"/>
              <a:buNone/>
              <a:defRPr sz="3500">
                <a:latin typeface="Times New Roman"/>
                <a:ea typeface="Times New Roman"/>
                <a:cs typeface="Times New Roman"/>
                <a:sym typeface="Times New Roman"/>
              </a:defRPr>
            </a:lvl5pPr>
            <a:lvl6pPr lvl="5" algn="ctr">
              <a:spcBef>
                <a:spcPts val="0"/>
              </a:spcBef>
              <a:spcAft>
                <a:spcPts val="0"/>
              </a:spcAft>
              <a:buSzPts val="3500"/>
              <a:buFont typeface="Times New Roman"/>
              <a:buNone/>
              <a:defRPr sz="3500">
                <a:latin typeface="Times New Roman"/>
                <a:ea typeface="Times New Roman"/>
                <a:cs typeface="Times New Roman"/>
                <a:sym typeface="Times New Roman"/>
              </a:defRPr>
            </a:lvl6pPr>
            <a:lvl7pPr lvl="6" algn="ctr">
              <a:spcBef>
                <a:spcPts val="0"/>
              </a:spcBef>
              <a:spcAft>
                <a:spcPts val="0"/>
              </a:spcAft>
              <a:buSzPts val="3500"/>
              <a:buFont typeface="Times New Roman"/>
              <a:buNone/>
              <a:defRPr sz="3500">
                <a:latin typeface="Times New Roman"/>
                <a:ea typeface="Times New Roman"/>
                <a:cs typeface="Times New Roman"/>
                <a:sym typeface="Times New Roman"/>
              </a:defRPr>
            </a:lvl7pPr>
            <a:lvl8pPr lvl="7" algn="ctr">
              <a:spcBef>
                <a:spcPts val="0"/>
              </a:spcBef>
              <a:spcAft>
                <a:spcPts val="0"/>
              </a:spcAft>
              <a:buSzPts val="3500"/>
              <a:buFont typeface="Times New Roman"/>
              <a:buNone/>
              <a:defRPr sz="3500">
                <a:latin typeface="Times New Roman"/>
                <a:ea typeface="Times New Roman"/>
                <a:cs typeface="Times New Roman"/>
                <a:sym typeface="Times New Roman"/>
              </a:defRPr>
            </a:lvl8pPr>
            <a:lvl9pPr lvl="8" algn="ctr">
              <a:spcBef>
                <a:spcPts val="0"/>
              </a:spcBef>
              <a:spcAft>
                <a:spcPts val="0"/>
              </a:spcAft>
              <a:buSzPts val="3500"/>
              <a:buFont typeface="Times New Roman"/>
              <a:buNone/>
              <a:defRPr sz="3500">
                <a:latin typeface="Times New Roman"/>
                <a:ea typeface="Times New Roman"/>
                <a:cs typeface="Times New Roman"/>
                <a:sym typeface="Times New Roman"/>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400"/>
              <a:buFont typeface="Times New Roman"/>
              <a:buNone/>
              <a:defRPr sz="3400">
                <a:latin typeface="Times New Roman"/>
                <a:ea typeface="Times New Roman"/>
                <a:cs typeface="Times New Roman"/>
                <a:sym typeface="Times New Roman"/>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6" name="Google Shape;26;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Times New Roman"/>
              <a:buChar char="●"/>
              <a:defRPr>
                <a:latin typeface="Times New Roman"/>
                <a:ea typeface="Times New Roman"/>
                <a:cs typeface="Times New Roman"/>
                <a:sym typeface="Times New Roman"/>
              </a:defRPr>
            </a:lvl1pPr>
            <a:lvl2pPr indent="-317500" lvl="1" marL="914400">
              <a:spcBef>
                <a:spcPts val="0"/>
              </a:spcBef>
              <a:spcAft>
                <a:spcPts val="0"/>
              </a:spcAft>
              <a:buSzPts val="1400"/>
              <a:buFont typeface="Times New Roman"/>
              <a:buChar char="○"/>
              <a:defRPr>
                <a:latin typeface="Times New Roman"/>
                <a:ea typeface="Times New Roman"/>
                <a:cs typeface="Times New Roman"/>
                <a:sym typeface="Times New Roman"/>
              </a:defRPr>
            </a:lvl2pPr>
            <a:lvl3pPr indent="-317500" lvl="2" marL="1371600">
              <a:spcBef>
                <a:spcPts val="0"/>
              </a:spcBef>
              <a:spcAft>
                <a:spcPts val="0"/>
              </a:spcAft>
              <a:buSzPts val="1400"/>
              <a:buFont typeface="Times New Roman"/>
              <a:buChar char="■"/>
              <a:defRPr>
                <a:latin typeface="Times New Roman"/>
                <a:ea typeface="Times New Roman"/>
                <a:cs typeface="Times New Roman"/>
                <a:sym typeface="Times New Roman"/>
              </a:defRPr>
            </a:lvl3pPr>
            <a:lvl4pPr indent="-317500" lvl="3" marL="1828800">
              <a:spcBef>
                <a:spcPts val="0"/>
              </a:spcBef>
              <a:spcAft>
                <a:spcPts val="0"/>
              </a:spcAft>
              <a:buSzPts val="1400"/>
              <a:buFont typeface="Times New Roman"/>
              <a:buChar char="●"/>
              <a:defRPr>
                <a:latin typeface="Times New Roman"/>
                <a:ea typeface="Times New Roman"/>
                <a:cs typeface="Times New Roman"/>
                <a:sym typeface="Times New Roman"/>
              </a:defRPr>
            </a:lvl4pPr>
            <a:lvl5pPr indent="-317500" lvl="4" marL="2286000">
              <a:spcBef>
                <a:spcPts val="0"/>
              </a:spcBef>
              <a:spcAft>
                <a:spcPts val="0"/>
              </a:spcAft>
              <a:buSzPts val="1400"/>
              <a:buFont typeface="Times New Roman"/>
              <a:buChar char="○"/>
              <a:defRPr>
                <a:latin typeface="Times New Roman"/>
                <a:ea typeface="Times New Roman"/>
                <a:cs typeface="Times New Roman"/>
                <a:sym typeface="Times New Roman"/>
              </a:defRPr>
            </a:lvl5pPr>
            <a:lvl6pPr indent="-317500" lvl="5" marL="2743200">
              <a:spcBef>
                <a:spcPts val="0"/>
              </a:spcBef>
              <a:spcAft>
                <a:spcPts val="0"/>
              </a:spcAft>
              <a:buSzPts val="1400"/>
              <a:buFont typeface="Times New Roman"/>
              <a:buChar char="■"/>
              <a:defRPr>
                <a:latin typeface="Times New Roman"/>
                <a:ea typeface="Times New Roman"/>
                <a:cs typeface="Times New Roman"/>
                <a:sym typeface="Times New Roman"/>
              </a:defRPr>
            </a:lvl6pPr>
            <a:lvl7pPr indent="-317500" lvl="6" marL="3200400">
              <a:spcBef>
                <a:spcPts val="0"/>
              </a:spcBef>
              <a:spcAft>
                <a:spcPts val="0"/>
              </a:spcAft>
              <a:buSzPts val="1400"/>
              <a:buFont typeface="Times New Roman"/>
              <a:buChar char="●"/>
              <a:defRPr>
                <a:latin typeface="Times New Roman"/>
                <a:ea typeface="Times New Roman"/>
                <a:cs typeface="Times New Roman"/>
                <a:sym typeface="Times New Roman"/>
              </a:defRPr>
            </a:lvl7pPr>
            <a:lvl8pPr indent="-317500" lvl="7" marL="3657600">
              <a:spcBef>
                <a:spcPts val="0"/>
              </a:spcBef>
              <a:spcAft>
                <a:spcPts val="0"/>
              </a:spcAft>
              <a:buSzPts val="1400"/>
              <a:buFont typeface="Times New Roman"/>
              <a:buChar char="○"/>
              <a:defRPr>
                <a:latin typeface="Times New Roman"/>
                <a:ea typeface="Times New Roman"/>
                <a:cs typeface="Times New Roman"/>
                <a:sym typeface="Times New Roman"/>
              </a:defRPr>
            </a:lvl8pPr>
            <a:lvl9pPr indent="-317500" lvl="8" marL="4114800">
              <a:spcBef>
                <a:spcPts val="0"/>
              </a:spcBef>
              <a:spcAft>
                <a:spcPts val="0"/>
              </a:spcAft>
              <a:buSzPts val="1400"/>
              <a:buFont typeface="Times New Roman"/>
              <a:buChar char="■"/>
              <a:defRPr>
                <a:latin typeface="Times New Roman"/>
                <a:ea typeface="Times New Roman"/>
                <a:cs typeface="Times New Roman"/>
                <a:sym typeface="Times New Roman"/>
              </a:defRPr>
            </a:lvl9pPr>
          </a:lstStyle>
          <a:p/>
        </p:txBody>
      </p:sp>
      <p:sp>
        <p:nvSpPr>
          <p:cNvPr id="27" name="Google Shape;2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grpSp>
        <p:nvGrpSpPr>
          <p:cNvPr id="28" name="Google Shape;28;p4"/>
          <p:cNvGrpSpPr/>
          <p:nvPr/>
        </p:nvGrpSpPr>
        <p:grpSpPr>
          <a:xfrm>
            <a:off x="6860647" y="4715257"/>
            <a:ext cx="873657" cy="319285"/>
            <a:chOff x="6337698" y="4608819"/>
            <a:chExt cx="1164566" cy="425600"/>
          </a:xfrm>
        </p:grpSpPr>
        <p:pic>
          <p:nvPicPr>
            <p:cNvPr id="29" name="Google Shape;29;p4"/>
            <p:cNvPicPr preferRelativeResize="0"/>
            <p:nvPr/>
          </p:nvPicPr>
          <p:blipFill rotWithShape="1">
            <a:blip r:embed="rId2">
              <a:alphaModFix/>
            </a:blip>
            <a:srcRect b="0" l="0" r="73961" t="0"/>
            <a:stretch/>
          </p:blipFill>
          <p:spPr>
            <a:xfrm>
              <a:off x="7088863" y="4636991"/>
              <a:ext cx="413401" cy="396924"/>
            </a:xfrm>
            <a:prstGeom prst="rect">
              <a:avLst/>
            </a:prstGeom>
            <a:noFill/>
            <a:ln>
              <a:noFill/>
            </a:ln>
          </p:spPr>
        </p:pic>
        <p:pic>
          <p:nvPicPr>
            <p:cNvPr id="30" name="Google Shape;30;p4"/>
            <p:cNvPicPr preferRelativeResize="0"/>
            <p:nvPr/>
          </p:nvPicPr>
          <p:blipFill>
            <a:blip r:embed="rId3">
              <a:alphaModFix/>
            </a:blip>
            <a:stretch>
              <a:fillRect/>
            </a:stretch>
          </p:blipFill>
          <p:spPr>
            <a:xfrm>
              <a:off x="6337698" y="4608819"/>
              <a:ext cx="635161" cy="425600"/>
            </a:xfrm>
            <a:prstGeom prst="rect">
              <a:avLst/>
            </a:prstGeom>
            <a:noFill/>
            <a:ln>
              <a:noFill/>
            </a:ln>
          </p:spPr>
        </p:pic>
      </p:grpSp>
      <p:sp>
        <p:nvSpPr>
          <p:cNvPr id="31" name="Google Shape;31;p4"/>
          <p:cNvSpPr txBox="1"/>
          <p:nvPr/>
        </p:nvSpPr>
        <p:spPr>
          <a:xfrm>
            <a:off x="7853600" y="4736556"/>
            <a:ext cx="937200" cy="25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pt-BR" sz="1600">
                <a:solidFill>
                  <a:srgbClr val="000000"/>
                </a:solidFill>
              </a:rPr>
              <a:t>IPASP-PR</a:t>
            </a:r>
            <a:endParaRPr sz="16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sz="34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4" name="Google Shape;34;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Times New Roman"/>
              <a:buChar char="●"/>
              <a:defRPr sz="1400">
                <a:latin typeface="Times New Roman"/>
                <a:ea typeface="Times New Roman"/>
                <a:cs typeface="Times New Roman"/>
                <a:sym typeface="Times New Roman"/>
              </a:defRPr>
            </a:lvl1pPr>
            <a:lvl2pPr indent="-304800" lvl="1" marL="914400">
              <a:spcBef>
                <a:spcPts val="0"/>
              </a:spcBef>
              <a:spcAft>
                <a:spcPts val="0"/>
              </a:spcAft>
              <a:buSzPts val="1200"/>
              <a:buFont typeface="Times New Roman"/>
              <a:buChar char="○"/>
              <a:defRPr sz="1200">
                <a:latin typeface="Times New Roman"/>
                <a:ea typeface="Times New Roman"/>
                <a:cs typeface="Times New Roman"/>
                <a:sym typeface="Times New Roman"/>
              </a:defRPr>
            </a:lvl2pPr>
            <a:lvl3pPr indent="-304800" lvl="2" marL="1371600">
              <a:spcBef>
                <a:spcPts val="0"/>
              </a:spcBef>
              <a:spcAft>
                <a:spcPts val="0"/>
              </a:spcAft>
              <a:buSzPts val="1200"/>
              <a:buFont typeface="Times New Roman"/>
              <a:buChar char="■"/>
              <a:defRPr sz="1200">
                <a:latin typeface="Times New Roman"/>
                <a:ea typeface="Times New Roman"/>
                <a:cs typeface="Times New Roman"/>
                <a:sym typeface="Times New Roman"/>
              </a:defRPr>
            </a:lvl3pPr>
            <a:lvl4pPr indent="-304800" lvl="3" marL="1828800">
              <a:spcBef>
                <a:spcPts val="0"/>
              </a:spcBef>
              <a:spcAft>
                <a:spcPts val="0"/>
              </a:spcAft>
              <a:buSzPts val="1200"/>
              <a:buFont typeface="Times New Roman"/>
              <a:buChar char="●"/>
              <a:defRPr sz="1200">
                <a:latin typeface="Times New Roman"/>
                <a:ea typeface="Times New Roman"/>
                <a:cs typeface="Times New Roman"/>
                <a:sym typeface="Times New Roman"/>
              </a:defRPr>
            </a:lvl4pPr>
            <a:lvl5pPr indent="-304800" lvl="4" marL="2286000">
              <a:spcBef>
                <a:spcPts val="0"/>
              </a:spcBef>
              <a:spcAft>
                <a:spcPts val="0"/>
              </a:spcAft>
              <a:buSzPts val="1200"/>
              <a:buFont typeface="Times New Roman"/>
              <a:buChar char="○"/>
              <a:defRPr sz="1200">
                <a:latin typeface="Times New Roman"/>
                <a:ea typeface="Times New Roman"/>
                <a:cs typeface="Times New Roman"/>
                <a:sym typeface="Times New Roman"/>
              </a:defRPr>
            </a:lvl5pPr>
            <a:lvl6pPr indent="-304800" lvl="5" marL="2743200">
              <a:spcBef>
                <a:spcPts val="0"/>
              </a:spcBef>
              <a:spcAft>
                <a:spcPts val="0"/>
              </a:spcAft>
              <a:buSzPts val="1200"/>
              <a:buFont typeface="Times New Roman"/>
              <a:buChar char="■"/>
              <a:defRPr sz="1200">
                <a:latin typeface="Times New Roman"/>
                <a:ea typeface="Times New Roman"/>
                <a:cs typeface="Times New Roman"/>
                <a:sym typeface="Times New Roman"/>
              </a:defRPr>
            </a:lvl6pPr>
            <a:lvl7pPr indent="-304800" lvl="6" marL="3200400">
              <a:spcBef>
                <a:spcPts val="0"/>
              </a:spcBef>
              <a:spcAft>
                <a:spcPts val="0"/>
              </a:spcAft>
              <a:buSzPts val="1200"/>
              <a:buFont typeface="Times New Roman"/>
              <a:buChar char="●"/>
              <a:defRPr sz="1200">
                <a:latin typeface="Times New Roman"/>
                <a:ea typeface="Times New Roman"/>
                <a:cs typeface="Times New Roman"/>
                <a:sym typeface="Times New Roman"/>
              </a:defRPr>
            </a:lvl7pPr>
            <a:lvl8pPr indent="-304800" lvl="7" marL="3657600">
              <a:spcBef>
                <a:spcPts val="0"/>
              </a:spcBef>
              <a:spcAft>
                <a:spcPts val="0"/>
              </a:spcAft>
              <a:buSzPts val="1200"/>
              <a:buFont typeface="Times New Roman"/>
              <a:buChar char="○"/>
              <a:defRPr sz="1200">
                <a:latin typeface="Times New Roman"/>
                <a:ea typeface="Times New Roman"/>
                <a:cs typeface="Times New Roman"/>
                <a:sym typeface="Times New Roman"/>
              </a:defRPr>
            </a:lvl8pPr>
            <a:lvl9pPr indent="-304800" lvl="8" marL="4114800">
              <a:spcBef>
                <a:spcPts val="0"/>
              </a:spcBef>
              <a:spcAft>
                <a:spcPts val="0"/>
              </a:spcAft>
              <a:buSzPts val="1200"/>
              <a:buFont typeface="Times New Roman"/>
              <a:buChar char="■"/>
              <a:defRPr sz="1200">
                <a:latin typeface="Times New Roman"/>
                <a:ea typeface="Times New Roman"/>
                <a:cs typeface="Times New Roman"/>
                <a:sym typeface="Times New Roman"/>
              </a:defRPr>
            </a:lvl9pPr>
          </a:lstStyle>
          <a:p/>
        </p:txBody>
      </p:sp>
      <p:sp>
        <p:nvSpPr>
          <p:cNvPr id="35" name="Google Shape;35;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Times New Roman"/>
              <a:buChar char="●"/>
              <a:defRPr sz="1400">
                <a:latin typeface="Times New Roman"/>
                <a:ea typeface="Times New Roman"/>
                <a:cs typeface="Times New Roman"/>
                <a:sym typeface="Times New Roman"/>
              </a:defRPr>
            </a:lvl1pPr>
            <a:lvl2pPr indent="-304800" lvl="1" marL="914400">
              <a:spcBef>
                <a:spcPts val="0"/>
              </a:spcBef>
              <a:spcAft>
                <a:spcPts val="0"/>
              </a:spcAft>
              <a:buSzPts val="1200"/>
              <a:buFont typeface="Times New Roman"/>
              <a:buChar char="○"/>
              <a:defRPr sz="1200">
                <a:latin typeface="Times New Roman"/>
                <a:ea typeface="Times New Roman"/>
                <a:cs typeface="Times New Roman"/>
                <a:sym typeface="Times New Roman"/>
              </a:defRPr>
            </a:lvl2pPr>
            <a:lvl3pPr indent="-304800" lvl="2" marL="1371600">
              <a:spcBef>
                <a:spcPts val="0"/>
              </a:spcBef>
              <a:spcAft>
                <a:spcPts val="0"/>
              </a:spcAft>
              <a:buSzPts val="1200"/>
              <a:buFont typeface="Times New Roman"/>
              <a:buChar char="■"/>
              <a:defRPr sz="1200">
                <a:latin typeface="Times New Roman"/>
                <a:ea typeface="Times New Roman"/>
                <a:cs typeface="Times New Roman"/>
                <a:sym typeface="Times New Roman"/>
              </a:defRPr>
            </a:lvl3pPr>
            <a:lvl4pPr indent="-304800" lvl="3" marL="1828800">
              <a:spcBef>
                <a:spcPts val="0"/>
              </a:spcBef>
              <a:spcAft>
                <a:spcPts val="0"/>
              </a:spcAft>
              <a:buSzPts val="1200"/>
              <a:buFont typeface="Times New Roman"/>
              <a:buChar char="●"/>
              <a:defRPr sz="1200">
                <a:latin typeface="Times New Roman"/>
                <a:ea typeface="Times New Roman"/>
                <a:cs typeface="Times New Roman"/>
                <a:sym typeface="Times New Roman"/>
              </a:defRPr>
            </a:lvl4pPr>
            <a:lvl5pPr indent="-304800" lvl="4" marL="2286000">
              <a:spcBef>
                <a:spcPts val="0"/>
              </a:spcBef>
              <a:spcAft>
                <a:spcPts val="0"/>
              </a:spcAft>
              <a:buSzPts val="1200"/>
              <a:buFont typeface="Times New Roman"/>
              <a:buChar char="○"/>
              <a:defRPr sz="1200">
                <a:latin typeface="Times New Roman"/>
                <a:ea typeface="Times New Roman"/>
                <a:cs typeface="Times New Roman"/>
                <a:sym typeface="Times New Roman"/>
              </a:defRPr>
            </a:lvl5pPr>
            <a:lvl6pPr indent="-304800" lvl="5" marL="2743200">
              <a:spcBef>
                <a:spcPts val="0"/>
              </a:spcBef>
              <a:spcAft>
                <a:spcPts val="0"/>
              </a:spcAft>
              <a:buSzPts val="1200"/>
              <a:buFont typeface="Times New Roman"/>
              <a:buChar char="■"/>
              <a:defRPr sz="1200">
                <a:latin typeface="Times New Roman"/>
                <a:ea typeface="Times New Roman"/>
                <a:cs typeface="Times New Roman"/>
                <a:sym typeface="Times New Roman"/>
              </a:defRPr>
            </a:lvl6pPr>
            <a:lvl7pPr indent="-304800" lvl="6" marL="3200400">
              <a:spcBef>
                <a:spcPts val="0"/>
              </a:spcBef>
              <a:spcAft>
                <a:spcPts val="0"/>
              </a:spcAft>
              <a:buSzPts val="1200"/>
              <a:buFont typeface="Times New Roman"/>
              <a:buChar char="●"/>
              <a:defRPr sz="1200">
                <a:latin typeface="Times New Roman"/>
                <a:ea typeface="Times New Roman"/>
                <a:cs typeface="Times New Roman"/>
                <a:sym typeface="Times New Roman"/>
              </a:defRPr>
            </a:lvl7pPr>
            <a:lvl8pPr indent="-304800" lvl="7" marL="3657600">
              <a:spcBef>
                <a:spcPts val="0"/>
              </a:spcBef>
              <a:spcAft>
                <a:spcPts val="0"/>
              </a:spcAft>
              <a:buSzPts val="1200"/>
              <a:buFont typeface="Times New Roman"/>
              <a:buChar char="○"/>
              <a:defRPr sz="1200">
                <a:latin typeface="Times New Roman"/>
                <a:ea typeface="Times New Roman"/>
                <a:cs typeface="Times New Roman"/>
                <a:sym typeface="Times New Roman"/>
              </a:defRPr>
            </a:lvl8pPr>
            <a:lvl9pPr indent="-304800" lvl="8" marL="4114800">
              <a:spcBef>
                <a:spcPts val="0"/>
              </a:spcBef>
              <a:spcAft>
                <a:spcPts val="0"/>
              </a:spcAft>
              <a:buSzPts val="1200"/>
              <a:buFont typeface="Times New Roman"/>
              <a:buChar char="■"/>
              <a:defRPr sz="1200">
                <a:latin typeface="Times New Roman"/>
                <a:ea typeface="Times New Roman"/>
                <a:cs typeface="Times New Roman"/>
                <a:sym typeface="Times New Roman"/>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400"/>
              <a:buFont typeface="Times New Roman"/>
              <a:buNone/>
              <a:defRPr sz="3400">
                <a:latin typeface="Times New Roman"/>
                <a:ea typeface="Times New Roman"/>
                <a:cs typeface="Times New Roman"/>
                <a:sym typeface="Times New Roman"/>
              </a:defRPr>
            </a:lvl1pPr>
            <a:lvl2pPr lvl="1">
              <a:spcBef>
                <a:spcPts val="0"/>
              </a:spcBef>
              <a:spcAft>
                <a:spcPts val="0"/>
              </a:spcAft>
              <a:buSzPts val="3400"/>
              <a:buFont typeface="Times New Roman"/>
              <a:buNone/>
              <a:defRPr sz="3400">
                <a:latin typeface="Times New Roman"/>
                <a:ea typeface="Times New Roman"/>
                <a:cs typeface="Times New Roman"/>
                <a:sym typeface="Times New Roman"/>
              </a:defRPr>
            </a:lvl2pPr>
            <a:lvl3pPr lvl="2">
              <a:spcBef>
                <a:spcPts val="0"/>
              </a:spcBef>
              <a:spcAft>
                <a:spcPts val="0"/>
              </a:spcAft>
              <a:buSzPts val="3400"/>
              <a:buFont typeface="Times New Roman"/>
              <a:buNone/>
              <a:defRPr sz="3400">
                <a:latin typeface="Times New Roman"/>
                <a:ea typeface="Times New Roman"/>
                <a:cs typeface="Times New Roman"/>
                <a:sym typeface="Times New Roman"/>
              </a:defRPr>
            </a:lvl3pPr>
            <a:lvl4pPr lvl="3">
              <a:spcBef>
                <a:spcPts val="0"/>
              </a:spcBef>
              <a:spcAft>
                <a:spcPts val="0"/>
              </a:spcAft>
              <a:buSzPts val="3400"/>
              <a:buFont typeface="Times New Roman"/>
              <a:buNone/>
              <a:defRPr sz="3400">
                <a:latin typeface="Times New Roman"/>
                <a:ea typeface="Times New Roman"/>
                <a:cs typeface="Times New Roman"/>
                <a:sym typeface="Times New Roman"/>
              </a:defRPr>
            </a:lvl4pPr>
            <a:lvl5pPr lvl="4">
              <a:spcBef>
                <a:spcPts val="0"/>
              </a:spcBef>
              <a:spcAft>
                <a:spcPts val="0"/>
              </a:spcAft>
              <a:buSzPts val="3400"/>
              <a:buFont typeface="Times New Roman"/>
              <a:buNone/>
              <a:defRPr sz="3400">
                <a:latin typeface="Times New Roman"/>
                <a:ea typeface="Times New Roman"/>
                <a:cs typeface="Times New Roman"/>
                <a:sym typeface="Times New Roman"/>
              </a:defRPr>
            </a:lvl5pPr>
            <a:lvl6pPr lvl="5">
              <a:spcBef>
                <a:spcPts val="0"/>
              </a:spcBef>
              <a:spcAft>
                <a:spcPts val="0"/>
              </a:spcAft>
              <a:buSzPts val="3400"/>
              <a:buFont typeface="Times New Roman"/>
              <a:buNone/>
              <a:defRPr sz="3400">
                <a:latin typeface="Times New Roman"/>
                <a:ea typeface="Times New Roman"/>
                <a:cs typeface="Times New Roman"/>
                <a:sym typeface="Times New Roman"/>
              </a:defRPr>
            </a:lvl6pPr>
            <a:lvl7pPr lvl="6">
              <a:spcBef>
                <a:spcPts val="0"/>
              </a:spcBef>
              <a:spcAft>
                <a:spcPts val="0"/>
              </a:spcAft>
              <a:buSzPts val="3400"/>
              <a:buFont typeface="Times New Roman"/>
              <a:buNone/>
              <a:defRPr sz="3400">
                <a:latin typeface="Times New Roman"/>
                <a:ea typeface="Times New Roman"/>
                <a:cs typeface="Times New Roman"/>
                <a:sym typeface="Times New Roman"/>
              </a:defRPr>
            </a:lvl7pPr>
            <a:lvl8pPr lvl="7">
              <a:spcBef>
                <a:spcPts val="0"/>
              </a:spcBef>
              <a:spcAft>
                <a:spcPts val="0"/>
              </a:spcAft>
              <a:buSzPts val="3400"/>
              <a:buFont typeface="Times New Roman"/>
              <a:buNone/>
              <a:defRPr sz="3400">
                <a:latin typeface="Times New Roman"/>
                <a:ea typeface="Times New Roman"/>
                <a:cs typeface="Times New Roman"/>
                <a:sym typeface="Times New Roman"/>
              </a:defRPr>
            </a:lvl8pPr>
            <a:lvl9pPr lvl="8">
              <a:spcBef>
                <a:spcPts val="0"/>
              </a:spcBef>
              <a:spcAft>
                <a:spcPts val="0"/>
              </a:spcAft>
              <a:buSzPts val="3400"/>
              <a:buFont typeface="Times New Roman"/>
              <a:buNone/>
              <a:defRPr sz="3400">
                <a:latin typeface="Times New Roman"/>
                <a:ea typeface="Times New Roman"/>
                <a:cs typeface="Times New Roman"/>
                <a:sym typeface="Times New Roman"/>
              </a:defRPr>
            </a:lvl9pPr>
          </a:lstStyle>
          <a:p/>
        </p:txBody>
      </p:sp>
      <p:sp>
        <p:nvSpPr>
          <p:cNvPr id="39" name="Google Shape;3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000"/>
              <a:buFont typeface="Times New Roman"/>
              <a:buNone/>
              <a:defRPr sz="2000">
                <a:latin typeface="Times New Roman"/>
                <a:ea typeface="Times New Roman"/>
                <a:cs typeface="Times New Roman"/>
                <a:sym typeface="Times New Roman"/>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1700" y="1389600"/>
            <a:ext cx="38631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Times New Roman"/>
              <a:buChar char="●"/>
              <a:defRPr sz="1200">
                <a:latin typeface="Times New Roman"/>
                <a:ea typeface="Times New Roman"/>
                <a:cs typeface="Times New Roman"/>
                <a:sym typeface="Times New Roman"/>
              </a:defRPr>
            </a:lvl1pPr>
            <a:lvl2pPr indent="-304800" lvl="1" marL="914400">
              <a:spcBef>
                <a:spcPts val="0"/>
              </a:spcBef>
              <a:spcAft>
                <a:spcPts val="0"/>
              </a:spcAft>
              <a:buSzPts val="1200"/>
              <a:buFont typeface="Times New Roman"/>
              <a:buChar char="○"/>
              <a:defRPr sz="1200">
                <a:latin typeface="Times New Roman"/>
                <a:ea typeface="Times New Roman"/>
                <a:cs typeface="Times New Roman"/>
                <a:sym typeface="Times New Roman"/>
              </a:defRPr>
            </a:lvl2pPr>
            <a:lvl3pPr indent="-304800" lvl="2" marL="1371600">
              <a:spcBef>
                <a:spcPts val="0"/>
              </a:spcBef>
              <a:spcAft>
                <a:spcPts val="0"/>
              </a:spcAft>
              <a:buSzPts val="1200"/>
              <a:buFont typeface="Times New Roman"/>
              <a:buChar char="■"/>
              <a:defRPr sz="1200">
                <a:latin typeface="Times New Roman"/>
                <a:ea typeface="Times New Roman"/>
                <a:cs typeface="Times New Roman"/>
                <a:sym typeface="Times New Roman"/>
              </a:defRPr>
            </a:lvl3pPr>
            <a:lvl4pPr indent="-304800" lvl="3" marL="1828800">
              <a:spcBef>
                <a:spcPts val="0"/>
              </a:spcBef>
              <a:spcAft>
                <a:spcPts val="0"/>
              </a:spcAft>
              <a:buSzPts val="1200"/>
              <a:buFont typeface="Times New Roman"/>
              <a:buChar char="●"/>
              <a:defRPr sz="1200">
                <a:latin typeface="Times New Roman"/>
                <a:ea typeface="Times New Roman"/>
                <a:cs typeface="Times New Roman"/>
                <a:sym typeface="Times New Roman"/>
              </a:defRPr>
            </a:lvl4pPr>
            <a:lvl5pPr indent="-304800" lvl="4" marL="2286000">
              <a:spcBef>
                <a:spcPts val="0"/>
              </a:spcBef>
              <a:spcAft>
                <a:spcPts val="0"/>
              </a:spcAft>
              <a:buSzPts val="1200"/>
              <a:buFont typeface="Times New Roman"/>
              <a:buChar char="○"/>
              <a:defRPr sz="1200">
                <a:latin typeface="Times New Roman"/>
                <a:ea typeface="Times New Roman"/>
                <a:cs typeface="Times New Roman"/>
                <a:sym typeface="Times New Roman"/>
              </a:defRPr>
            </a:lvl5pPr>
            <a:lvl6pPr indent="-304800" lvl="5" marL="2743200">
              <a:spcBef>
                <a:spcPts val="0"/>
              </a:spcBef>
              <a:spcAft>
                <a:spcPts val="0"/>
              </a:spcAft>
              <a:buSzPts val="1200"/>
              <a:buFont typeface="Times New Roman"/>
              <a:buChar char="■"/>
              <a:defRPr sz="1200">
                <a:latin typeface="Times New Roman"/>
                <a:ea typeface="Times New Roman"/>
                <a:cs typeface="Times New Roman"/>
                <a:sym typeface="Times New Roman"/>
              </a:defRPr>
            </a:lvl6pPr>
            <a:lvl7pPr indent="-304800" lvl="6" marL="3200400">
              <a:spcBef>
                <a:spcPts val="0"/>
              </a:spcBef>
              <a:spcAft>
                <a:spcPts val="0"/>
              </a:spcAft>
              <a:buSzPts val="1200"/>
              <a:buFont typeface="Times New Roman"/>
              <a:buChar char="●"/>
              <a:defRPr sz="1200">
                <a:latin typeface="Times New Roman"/>
                <a:ea typeface="Times New Roman"/>
                <a:cs typeface="Times New Roman"/>
                <a:sym typeface="Times New Roman"/>
              </a:defRPr>
            </a:lvl7pPr>
            <a:lvl8pPr indent="-304800" lvl="7" marL="3657600">
              <a:spcBef>
                <a:spcPts val="0"/>
              </a:spcBef>
              <a:spcAft>
                <a:spcPts val="0"/>
              </a:spcAft>
              <a:buSzPts val="1200"/>
              <a:buFont typeface="Times New Roman"/>
              <a:buChar char="○"/>
              <a:defRPr sz="1200">
                <a:latin typeface="Times New Roman"/>
                <a:ea typeface="Times New Roman"/>
                <a:cs typeface="Times New Roman"/>
                <a:sym typeface="Times New Roman"/>
              </a:defRPr>
            </a:lvl8pPr>
            <a:lvl9pPr indent="-304800" lvl="8" marL="4114800">
              <a:spcBef>
                <a:spcPts val="0"/>
              </a:spcBef>
              <a:spcAft>
                <a:spcPts val="0"/>
              </a:spcAft>
              <a:buSzPts val="1200"/>
              <a:buFont typeface="Times New Roman"/>
              <a:buChar char="■"/>
              <a:defRPr sz="1200">
                <a:latin typeface="Times New Roman"/>
                <a:ea typeface="Times New Roman"/>
                <a:cs typeface="Times New Roman"/>
                <a:sym typeface="Times New Roman"/>
              </a:defRPr>
            </a:lvl9pPr>
          </a:lstStyle>
          <a:p/>
        </p:txBody>
      </p:sp>
      <p:sp>
        <p:nvSpPr>
          <p:cNvPr id="43" name="Google Shape;4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1pPr>
            <a:lvl2pPr lvl="1">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2pPr>
            <a:lvl3pPr lvl="2">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3pPr>
            <a:lvl4pPr lvl="3">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4pPr>
            <a:lvl5pPr lvl="4">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5pPr>
            <a:lvl6pPr lvl="5">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6pPr>
            <a:lvl7pPr lvl="6">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7pPr>
            <a:lvl8pPr lvl="7">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8pPr>
            <a:lvl9pPr lvl="8">
              <a:spcBef>
                <a:spcPts val="0"/>
              </a:spcBef>
              <a:spcAft>
                <a:spcPts val="0"/>
              </a:spcAft>
              <a:buClr>
                <a:schemeClr val="dk2"/>
              </a:buClr>
              <a:buSzPts val="5400"/>
              <a:buFont typeface="Times New Roman"/>
              <a:buNone/>
              <a:defRPr b="0" sz="5400">
                <a:solidFill>
                  <a:schemeClr val="dk2"/>
                </a:solidFill>
                <a:latin typeface="Times New Roman"/>
                <a:ea typeface="Times New Roman"/>
                <a:cs typeface="Times New Roman"/>
                <a:sym typeface="Times New Roman"/>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 name="Google Shape;4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Times New Roman"/>
              <a:buNone/>
              <a:defRPr sz="4200">
                <a:latin typeface="Times New Roman"/>
                <a:ea typeface="Times New Roman"/>
                <a:cs typeface="Times New Roman"/>
                <a:sym typeface="Times New Roman"/>
              </a:defRPr>
            </a:lvl1pPr>
            <a:lvl2pPr lvl="1" algn="ctr">
              <a:spcBef>
                <a:spcPts val="0"/>
              </a:spcBef>
              <a:spcAft>
                <a:spcPts val="0"/>
              </a:spcAft>
              <a:buSzPts val="4200"/>
              <a:buFont typeface="Times New Roman"/>
              <a:buNone/>
              <a:defRPr sz="4200">
                <a:latin typeface="Times New Roman"/>
                <a:ea typeface="Times New Roman"/>
                <a:cs typeface="Times New Roman"/>
                <a:sym typeface="Times New Roman"/>
              </a:defRPr>
            </a:lvl2pPr>
            <a:lvl3pPr lvl="2" algn="ctr">
              <a:spcBef>
                <a:spcPts val="0"/>
              </a:spcBef>
              <a:spcAft>
                <a:spcPts val="0"/>
              </a:spcAft>
              <a:buSzPts val="4200"/>
              <a:buFont typeface="Times New Roman"/>
              <a:buNone/>
              <a:defRPr sz="4200">
                <a:latin typeface="Times New Roman"/>
                <a:ea typeface="Times New Roman"/>
                <a:cs typeface="Times New Roman"/>
                <a:sym typeface="Times New Roman"/>
              </a:defRPr>
            </a:lvl3pPr>
            <a:lvl4pPr lvl="3" algn="ctr">
              <a:spcBef>
                <a:spcPts val="0"/>
              </a:spcBef>
              <a:spcAft>
                <a:spcPts val="0"/>
              </a:spcAft>
              <a:buSzPts val="4200"/>
              <a:buFont typeface="Times New Roman"/>
              <a:buNone/>
              <a:defRPr sz="4200">
                <a:latin typeface="Times New Roman"/>
                <a:ea typeface="Times New Roman"/>
                <a:cs typeface="Times New Roman"/>
                <a:sym typeface="Times New Roman"/>
              </a:defRPr>
            </a:lvl4pPr>
            <a:lvl5pPr lvl="4" algn="ctr">
              <a:spcBef>
                <a:spcPts val="0"/>
              </a:spcBef>
              <a:spcAft>
                <a:spcPts val="0"/>
              </a:spcAft>
              <a:buSzPts val="4200"/>
              <a:buFont typeface="Times New Roman"/>
              <a:buNone/>
              <a:defRPr sz="4200">
                <a:latin typeface="Times New Roman"/>
                <a:ea typeface="Times New Roman"/>
                <a:cs typeface="Times New Roman"/>
                <a:sym typeface="Times New Roman"/>
              </a:defRPr>
            </a:lvl5pPr>
            <a:lvl6pPr lvl="5" algn="ctr">
              <a:spcBef>
                <a:spcPts val="0"/>
              </a:spcBef>
              <a:spcAft>
                <a:spcPts val="0"/>
              </a:spcAft>
              <a:buSzPts val="4200"/>
              <a:buFont typeface="Times New Roman"/>
              <a:buNone/>
              <a:defRPr sz="4200">
                <a:latin typeface="Times New Roman"/>
                <a:ea typeface="Times New Roman"/>
                <a:cs typeface="Times New Roman"/>
                <a:sym typeface="Times New Roman"/>
              </a:defRPr>
            </a:lvl6pPr>
            <a:lvl7pPr lvl="6" algn="ctr">
              <a:spcBef>
                <a:spcPts val="0"/>
              </a:spcBef>
              <a:spcAft>
                <a:spcPts val="0"/>
              </a:spcAft>
              <a:buSzPts val="4200"/>
              <a:buFont typeface="Times New Roman"/>
              <a:buNone/>
              <a:defRPr sz="4200">
                <a:latin typeface="Times New Roman"/>
                <a:ea typeface="Times New Roman"/>
                <a:cs typeface="Times New Roman"/>
                <a:sym typeface="Times New Roman"/>
              </a:defRPr>
            </a:lvl7pPr>
            <a:lvl8pPr lvl="7" algn="ctr">
              <a:spcBef>
                <a:spcPts val="0"/>
              </a:spcBef>
              <a:spcAft>
                <a:spcPts val="0"/>
              </a:spcAft>
              <a:buSzPts val="4200"/>
              <a:buFont typeface="Times New Roman"/>
              <a:buNone/>
              <a:defRPr sz="4200">
                <a:latin typeface="Times New Roman"/>
                <a:ea typeface="Times New Roman"/>
                <a:cs typeface="Times New Roman"/>
                <a:sym typeface="Times New Roman"/>
              </a:defRPr>
            </a:lvl8pPr>
            <a:lvl9pPr lvl="8" algn="ctr">
              <a:spcBef>
                <a:spcPts val="0"/>
              </a:spcBef>
              <a:spcAft>
                <a:spcPts val="0"/>
              </a:spcAft>
              <a:buSzPts val="4200"/>
              <a:buFont typeface="Times New Roman"/>
              <a:buNone/>
              <a:defRPr sz="4200">
                <a:latin typeface="Times New Roman"/>
                <a:ea typeface="Times New Roman"/>
                <a:cs typeface="Times New Roman"/>
                <a:sym typeface="Times New Roman"/>
              </a:defRPr>
            </a:lvl9pPr>
          </a:lstStyle>
          <a:p/>
        </p:txBody>
      </p:sp>
      <p:sp>
        <p:nvSpPr>
          <p:cNvPr id="51" name="Google Shape;51;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1pPr>
            <a:lvl2pPr lvl="1"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2pPr>
            <a:lvl3pPr lvl="2"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3pPr>
            <a:lvl4pPr lvl="3"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4pPr>
            <a:lvl5pPr lvl="4"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5pPr>
            <a:lvl6pPr lvl="5"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6pPr>
            <a:lvl7pPr lvl="6"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7pPr>
            <a:lvl8pPr lvl="7"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8pPr>
            <a:lvl9pPr lvl="8"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9pPr>
          </a:lstStyle>
          <a:p/>
        </p:txBody>
      </p:sp>
      <p:sp>
        <p:nvSpPr>
          <p:cNvPr id="52" name="Google Shape;5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Times New Roman"/>
              <a:buChar char="●"/>
              <a:defRPr>
                <a:solidFill>
                  <a:schemeClr val="lt1"/>
                </a:solidFill>
                <a:latin typeface="Times New Roman"/>
                <a:ea typeface="Times New Roman"/>
                <a:cs typeface="Times New Roman"/>
                <a:sym typeface="Times New Roman"/>
              </a:defRPr>
            </a:lvl1pPr>
            <a:lvl2pPr indent="-317500" lvl="1" marL="9144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2pPr>
            <a:lvl3pPr indent="-317500" lvl="2" marL="13716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3pPr>
            <a:lvl4pPr indent="-317500" lvl="3" marL="18288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4pPr>
            <a:lvl5pPr indent="-317500" lvl="4" marL="22860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5pPr>
            <a:lvl6pPr indent="-317500" lvl="5" marL="27432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6pPr>
            <a:lvl7pPr indent="-317500" lvl="6" marL="32004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7pPr>
            <a:lvl8pPr indent="-317500" lvl="7" marL="36576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8pPr>
            <a:lvl9pPr indent="-317500" lvl="8" marL="4114800">
              <a:spcBef>
                <a:spcPts val="0"/>
              </a:spcBef>
              <a:spcAft>
                <a:spcPts val="0"/>
              </a:spcAft>
              <a:buClr>
                <a:schemeClr val="lt1"/>
              </a:buClr>
              <a:buSzPts val="1400"/>
              <a:buFont typeface="Times New Roman"/>
              <a:buChar char="■"/>
              <a:defRPr>
                <a:solidFill>
                  <a:schemeClr val="lt1"/>
                </a:solidFill>
                <a:latin typeface="Times New Roman"/>
                <a:ea typeface="Times New Roman"/>
                <a:cs typeface="Times New Roman"/>
                <a:sym typeface="Times New Roman"/>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Times New Roman"/>
              <a:buNone/>
              <a:defRPr sz="2400">
                <a:latin typeface="Times New Roman"/>
                <a:ea typeface="Times New Roman"/>
                <a:cs typeface="Times New Roman"/>
                <a:sym typeface="Times New Roman"/>
              </a:defRPr>
            </a:lvl1pPr>
          </a:lstStyle>
          <a:p/>
        </p:txBody>
      </p:sp>
      <p:sp>
        <p:nvSpPr>
          <p:cNvPr id="56" name="Google Shape;5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1pPr>
            <a:lvl2pPr lvl="1"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2pPr>
            <a:lvl3pPr lvl="2"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3pPr>
            <a:lvl4pPr lvl="3"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4pPr>
            <a:lvl5pPr lvl="4"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5pPr>
            <a:lvl6pPr lvl="5"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6pPr>
            <a:lvl7pPr lvl="6"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7pPr>
            <a:lvl8pPr lvl="7"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8pPr>
            <a:lvl9pPr lvl="8" algn="ctr">
              <a:spcBef>
                <a:spcPts val="0"/>
              </a:spcBef>
              <a:spcAft>
                <a:spcPts val="0"/>
              </a:spcAft>
              <a:buClr>
                <a:schemeClr val="accent3"/>
              </a:buClr>
              <a:buSzPts val="13000"/>
              <a:buFont typeface="Times New Roman"/>
              <a:buNone/>
              <a:defRPr sz="13000">
                <a:solidFill>
                  <a:schemeClr val="accent3"/>
                </a:solidFill>
                <a:latin typeface="Times New Roman"/>
                <a:ea typeface="Times New Roman"/>
                <a:cs typeface="Times New Roman"/>
                <a:sym typeface="Times New Roman"/>
              </a:defRPr>
            </a:lvl9pPr>
          </a:lstStyle>
          <a:p>
            <a:r>
              <a:t>xx%</a:t>
            </a:r>
          </a:p>
        </p:txBody>
      </p:sp>
      <p:sp>
        <p:nvSpPr>
          <p:cNvPr id="60" name="Google Shape;60;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Times New Roman"/>
              <a:buChar char="●"/>
              <a:defRPr>
                <a:latin typeface="Times New Roman"/>
                <a:ea typeface="Times New Roman"/>
                <a:cs typeface="Times New Roman"/>
                <a:sym typeface="Times New Roman"/>
              </a:defRPr>
            </a:lvl1pPr>
            <a:lvl2pPr indent="-317500" lvl="1" marL="914400" algn="ctr">
              <a:spcBef>
                <a:spcPts val="0"/>
              </a:spcBef>
              <a:spcAft>
                <a:spcPts val="0"/>
              </a:spcAft>
              <a:buSzPts val="1400"/>
              <a:buFont typeface="Times New Roman"/>
              <a:buChar char="○"/>
              <a:defRPr>
                <a:latin typeface="Times New Roman"/>
                <a:ea typeface="Times New Roman"/>
                <a:cs typeface="Times New Roman"/>
                <a:sym typeface="Times New Roman"/>
              </a:defRPr>
            </a:lvl2pPr>
            <a:lvl3pPr indent="-317500" lvl="2" marL="1371600" algn="ctr">
              <a:spcBef>
                <a:spcPts val="0"/>
              </a:spcBef>
              <a:spcAft>
                <a:spcPts val="0"/>
              </a:spcAft>
              <a:buSzPts val="1400"/>
              <a:buFont typeface="Times New Roman"/>
              <a:buChar char="■"/>
              <a:defRPr>
                <a:latin typeface="Times New Roman"/>
                <a:ea typeface="Times New Roman"/>
                <a:cs typeface="Times New Roman"/>
                <a:sym typeface="Times New Roman"/>
              </a:defRPr>
            </a:lvl3pPr>
            <a:lvl4pPr indent="-317500" lvl="3" marL="1828800" algn="ctr">
              <a:spcBef>
                <a:spcPts val="0"/>
              </a:spcBef>
              <a:spcAft>
                <a:spcPts val="0"/>
              </a:spcAft>
              <a:buSzPts val="1400"/>
              <a:buFont typeface="Times New Roman"/>
              <a:buChar char="●"/>
              <a:defRPr>
                <a:latin typeface="Times New Roman"/>
                <a:ea typeface="Times New Roman"/>
                <a:cs typeface="Times New Roman"/>
                <a:sym typeface="Times New Roman"/>
              </a:defRPr>
            </a:lvl4pPr>
            <a:lvl5pPr indent="-317500" lvl="4" marL="2286000" algn="ctr">
              <a:spcBef>
                <a:spcPts val="0"/>
              </a:spcBef>
              <a:spcAft>
                <a:spcPts val="0"/>
              </a:spcAft>
              <a:buSzPts val="1400"/>
              <a:buFont typeface="Times New Roman"/>
              <a:buChar char="○"/>
              <a:defRPr>
                <a:latin typeface="Times New Roman"/>
                <a:ea typeface="Times New Roman"/>
                <a:cs typeface="Times New Roman"/>
                <a:sym typeface="Times New Roman"/>
              </a:defRPr>
            </a:lvl5pPr>
            <a:lvl6pPr indent="-317500" lvl="5" marL="2743200" algn="ctr">
              <a:spcBef>
                <a:spcPts val="0"/>
              </a:spcBef>
              <a:spcAft>
                <a:spcPts val="0"/>
              </a:spcAft>
              <a:buSzPts val="1400"/>
              <a:buFont typeface="Times New Roman"/>
              <a:buChar char="■"/>
              <a:defRPr>
                <a:latin typeface="Times New Roman"/>
                <a:ea typeface="Times New Roman"/>
                <a:cs typeface="Times New Roman"/>
                <a:sym typeface="Times New Roman"/>
              </a:defRPr>
            </a:lvl6pPr>
            <a:lvl7pPr indent="-317500" lvl="6" marL="3200400" algn="ctr">
              <a:spcBef>
                <a:spcPts val="0"/>
              </a:spcBef>
              <a:spcAft>
                <a:spcPts val="0"/>
              </a:spcAft>
              <a:buSzPts val="1400"/>
              <a:buFont typeface="Times New Roman"/>
              <a:buChar char="●"/>
              <a:defRPr>
                <a:latin typeface="Times New Roman"/>
                <a:ea typeface="Times New Roman"/>
                <a:cs typeface="Times New Roman"/>
                <a:sym typeface="Times New Roman"/>
              </a:defRPr>
            </a:lvl7pPr>
            <a:lvl8pPr indent="-317500" lvl="7" marL="3657600" algn="ctr">
              <a:spcBef>
                <a:spcPts val="0"/>
              </a:spcBef>
              <a:spcAft>
                <a:spcPts val="0"/>
              </a:spcAft>
              <a:buSzPts val="1400"/>
              <a:buFont typeface="Times New Roman"/>
              <a:buChar char="○"/>
              <a:defRPr>
                <a:latin typeface="Times New Roman"/>
                <a:ea typeface="Times New Roman"/>
                <a:cs typeface="Times New Roman"/>
                <a:sym typeface="Times New Roman"/>
              </a:defRPr>
            </a:lvl8pPr>
            <a:lvl9pPr indent="-317500" lvl="8" marL="4114800" algn="ctr">
              <a:spcBef>
                <a:spcPts val="0"/>
              </a:spcBef>
              <a:spcAft>
                <a:spcPts val="0"/>
              </a:spcAft>
              <a:buSzPts val="1400"/>
              <a:buFont typeface="Times New Roman"/>
              <a:buChar char="■"/>
              <a:defRPr>
                <a:latin typeface="Times New Roman"/>
                <a:ea typeface="Times New Roman"/>
                <a:cs typeface="Times New Roman"/>
                <a:sym typeface="Times New Roman"/>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400"/>
              <a:buFont typeface="Times New Roman"/>
              <a:buNone/>
              <a:defRPr b="1" sz="3400">
                <a:solidFill>
                  <a:schemeClr val="accent1"/>
                </a:solidFill>
                <a:latin typeface="Times New Roman"/>
                <a:ea typeface="Times New Roman"/>
                <a:cs typeface="Times New Roman"/>
                <a:sym typeface="Times New Roman"/>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1pPr>
            <a:lvl2pPr indent="-317500" lvl="1" marL="9144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2pPr>
            <a:lvl3pPr indent="-317500" lvl="2" marL="13716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3pPr>
            <a:lvl4pPr indent="-317500" lvl="3" marL="18288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4pPr>
            <a:lvl5pPr indent="-317500" lvl="4" marL="22860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5pPr>
            <a:lvl6pPr indent="-317500" lvl="5" marL="27432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6pPr>
            <a:lvl7pPr indent="-317500" lvl="6" marL="32004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7pPr>
            <a:lvl8pPr indent="-317500" lvl="7" marL="36576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8pPr>
            <a:lvl9pPr indent="-317500" lvl="8" marL="41148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801200" y="962520"/>
            <a:ext cx="7665900" cy="144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pt-BR" sz="2180"/>
              <a:t>IPASP-PR – Instituto de Pesquisa Aplicada em Segurança Pública do Paraná: Inteligência Artificial e Software Livre para o Combate Eficaz ao Crime via Identificação e Classificação de Veículos</a:t>
            </a:r>
            <a:endParaRPr sz="2180"/>
          </a:p>
        </p:txBody>
      </p:sp>
      <p:sp>
        <p:nvSpPr>
          <p:cNvPr id="69" name="Google Shape;69;p13"/>
          <p:cNvSpPr txBox="1"/>
          <p:nvPr>
            <p:ph idx="1" type="subTitle"/>
          </p:nvPr>
        </p:nvSpPr>
        <p:spPr>
          <a:xfrm>
            <a:off x="951750" y="2559814"/>
            <a:ext cx="7227000" cy="23085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SzPts val="712"/>
              <a:buNone/>
            </a:pPr>
            <a:r>
              <a:rPr lang="pt-BR" sz="1814"/>
              <a:t>Research Line V</a:t>
            </a:r>
            <a:endParaRPr sz="1814"/>
          </a:p>
          <a:p>
            <a:pPr indent="0" lvl="0" marL="0" rtl="0" algn="just">
              <a:lnSpc>
                <a:spcPct val="70000"/>
              </a:lnSpc>
              <a:spcBef>
                <a:spcPts val="0"/>
              </a:spcBef>
              <a:spcAft>
                <a:spcPts val="0"/>
              </a:spcAft>
              <a:buSzPts val="712"/>
              <a:buNone/>
            </a:pPr>
            <a:r>
              <a:t/>
            </a:r>
            <a:endParaRPr sz="1814"/>
          </a:p>
          <a:p>
            <a:pPr indent="0" lvl="0" marL="0" rtl="0" algn="just">
              <a:lnSpc>
                <a:spcPct val="70000"/>
              </a:lnSpc>
              <a:spcBef>
                <a:spcPts val="0"/>
              </a:spcBef>
              <a:spcAft>
                <a:spcPts val="0"/>
              </a:spcAft>
              <a:buSzPts val="712"/>
              <a:buNone/>
            </a:pPr>
            <a:r>
              <a:rPr lang="pt-BR" sz="1814"/>
              <a:t>Study and implementation of techniques for hierarchical consistency, confidence calibration and VLM.</a:t>
            </a:r>
            <a:endParaRPr sz="1814"/>
          </a:p>
          <a:p>
            <a:pPr indent="0" lvl="0" marL="0" rtl="0" algn="just">
              <a:lnSpc>
                <a:spcPct val="70000"/>
              </a:lnSpc>
              <a:spcBef>
                <a:spcPts val="0"/>
              </a:spcBef>
              <a:spcAft>
                <a:spcPts val="0"/>
              </a:spcAft>
              <a:buSzPts val="712"/>
              <a:buNone/>
            </a:pPr>
            <a:r>
              <a:t/>
            </a:r>
            <a:endParaRPr sz="1814"/>
          </a:p>
          <a:p>
            <a:pPr indent="0" lvl="0" marL="0" rtl="0" algn="just">
              <a:lnSpc>
                <a:spcPct val="70000"/>
              </a:lnSpc>
              <a:spcBef>
                <a:spcPts val="0"/>
              </a:spcBef>
              <a:spcAft>
                <a:spcPts val="0"/>
              </a:spcAft>
              <a:buSzPts val="712"/>
              <a:buNone/>
            </a:pPr>
            <a:r>
              <a:t/>
            </a:r>
            <a:endParaRPr sz="1814"/>
          </a:p>
          <a:p>
            <a:pPr indent="0" lvl="0" marL="0" rtl="0" algn="just">
              <a:lnSpc>
                <a:spcPct val="70000"/>
              </a:lnSpc>
              <a:spcBef>
                <a:spcPts val="0"/>
              </a:spcBef>
              <a:spcAft>
                <a:spcPts val="0"/>
              </a:spcAft>
              <a:buSzPts val="712"/>
              <a:buNone/>
            </a:pPr>
            <a:r>
              <a:rPr lang="pt-BR" sz="1814"/>
              <a:t>Students: Renan A. N. G. Escribano (PhD candidate), Felipe T. Peruci (Master’s student)</a:t>
            </a:r>
            <a:endParaRPr sz="1814"/>
          </a:p>
          <a:p>
            <a:pPr indent="0" lvl="0" marL="0" rtl="0" algn="just">
              <a:lnSpc>
                <a:spcPct val="70000"/>
              </a:lnSpc>
              <a:spcBef>
                <a:spcPts val="0"/>
              </a:spcBef>
              <a:spcAft>
                <a:spcPts val="0"/>
              </a:spcAft>
              <a:buSzPts val="712"/>
              <a:buNone/>
            </a:pPr>
            <a:r>
              <a:rPr lang="pt-BR" sz="1814"/>
              <a:t>Advisor: Prof. PhD. Luiz E. S. de Oliveira</a:t>
            </a:r>
            <a:endParaRPr sz="1814"/>
          </a:p>
          <a:p>
            <a:pPr indent="0" lvl="0" marL="0" rtl="0" algn="just">
              <a:lnSpc>
                <a:spcPct val="70000"/>
              </a:lnSpc>
              <a:spcBef>
                <a:spcPts val="0"/>
              </a:spcBef>
              <a:spcAft>
                <a:spcPts val="0"/>
              </a:spcAft>
              <a:buSzPts val="712"/>
              <a:buNone/>
            </a:pPr>
            <a:r>
              <a:t/>
            </a:r>
            <a:endParaRPr sz="1814"/>
          </a:p>
          <a:p>
            <a:pPr indent="-1058233" lvl="0" marL="1045928" rtl="0" algn="ctr">
              <a:lnSpc>
                <a:spcPct val="70000"/>
              </a:lnSpc>
              <a:spcBef>
                <a:spcPts val="0"/>
              </a:spcBef>
              <a:spcAft>
                <a:spcPts val="0"/>
              </a:spcAft>
              <a:buSzPts val="712"/>
              <a:buNone/>
            </a:pPr>
            <a:r>
              <a:rPr lang="pt-BR" sz="1814"/>
              <a:t>14/08/2026</a:t>
            </a:r>
            <a:endParaRPr sz="1814"/>
          </a:p>
        </p:txBody>
      </p:sp>
      <p:pic>
        <p:nvPicPr>
          <p:cNvPr id="70" name="Google Shape;70;p13"/>
          <p:cNvPicPr preferRelativeResize="0"/>
          <p:nvPr/>
        </p:nvPicPr>
        <p:blipFill>
          <a:blip r:embed="rId3">
            <a:alphaModFix/>
          </a:blip>
          <a:stretch>
            <a:fillRect/>
          </a:stretch>
        </p:blipFill>
        <p:spPr>
          <a:xfrm>
            <a:off x="1856762" y="72150"/>
            <a:ext cx="910221" cy="609843"/>
          </a:xfrm>
          <a:prstGeom prst="rect">
            <a:avLst/>
          </a:prstGeom>
          <a:noFill/>
          <a:ln>
            <a:noFill/>
          </a:ln>
        </p:spPr>
      </p:pic>
      <p:sp>
        <p:nvSpPr>
          <p:cNvPr id="71" name="Google Shape;71;p13"/>
          <p:cNvSpPr txBox="1"/>
          <p:nvPr/>
        </p:nvSpPr>
        <p:spPr>
          <a:xfrm>
            <a:off x="5926357" y="276375"/>
            <a:ext cx="1442700" cy="25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pt-BR" sz="2300">
                <a:solidFill>
                  <a:srgbClr val="000000"/>
                </a:solidFill>
              </a:rPr>
              <a:t>IPASP-PR</a:t>
            </a:r>
            <a:endParaRPr sz="2300">
              <a:solidFill>
                <a:srgbClr val="000000"/>
              </a:solidFill>
            </a:endParaRPr>
          </a:p>
        </p:txBody>
      </p:sp>
      <p:grpSp>
        <p:nvGrpSpPr>
          <p:cNvPr id="72" name="Google Shape;72;p13"/>
          <p:cNvGrpSpPr/>
          <p:nvPr/>
        </p:nvGrpSpPr>
        <p:grpSpPr>
          <a:xfrm>
            <a:off x="3761047" y="101553"/>
            <a:ext cx="1907874" cy="609135"/>
            <a:chOff x="1295987" y="89675"/>
            <a:chExt cx="2097256" cy="669600"/>
          </a:xfrm>
        </p:grpSpPr>
        <p:pic>
          <p:nvPicPr>
            <p:cNvPr id="73" name="Google Shape;73;p13"/>
            <p:cNvPicPr preferRelativeResize="0"/>
            <p:nvPr/>
          </p:nvPicPr>
          <p:blipFill rotWithShape="1">
            <a:blip r:embed="rId4">
              <a:alphaModFix/>
            </a:blip>
            <a:srcRect b="0" l="0" r="73961" t="0"/>
            <a:stretch/>
          </p:blipFill>
          <p:spPr>
            <a:xfrm>
              <a:off x="1295987" y="106501"/>
              <a:ext cx="651259" cy="625241"/>
            </a:xfrm>
            <a:prstGeom prst="rect">
              <a:avLst/>
            </a:prstGeom>
            <a:noFill/>
            <a:ln>
              <a:noFill/>
            </a:ln>
          </p:spPr>
        </p:pic>
        <p:sp>
          <p:nvSpPr>
            <p:cNvPr id="74" name="Google Shape;74;p13"/>
            <p:cNvSpPr txBox="1"/>
            <p:nvPr/>
          </p:nvSpPr>
          <p:spPr>
            <a:xfrm>
              <a:off x="1871043" y="89675"/>
              <a:ext cx="1522200" cy="669600"/>
            </a:xfrm>
            <a:prstGeom prst="rect">
              <a:avLst/>
            </a:prstGeom>
            <a:noFill/>
            <a:ln>
              <a:noFill/>
            </a:ln>
          </p:spPr>
          <p:txBody>
            <a:bodyPr anchorCtr="0" anchor="t" bIns="83175" lIns="83175" spcFirstLastPara="1" rIns="83175" wrap="square" tIns="83175">
              <a:spAutoFit/>
            </a:bodyPr>
            <a:lstStyle/>
            <a:p>
              <a:pPr indent="0" lvl="0" marL="0" rtl="0" algn="l">
                <a:lnSpc>
                  <a:spcPct val="75000"/>
                </a:lnSpc>
                <a:spcBef>
                  <a:spcPts val="0"/>
                </a:spcBef>
                <a:spcAft>
                  <a:spcPts val="0"/>
                </a:spcAft>
                <a:buNone/>
              </a:pPr>
              <a:r>
                <a:rPr lang="pt-BR" sz="1274">
                  <a:latin typeface="Calibri"/>
                  <a:ea typeface="Calibri"/>
                  <a:cs typeface="Calibri"/>
                  <a:sym typeface="Calibri"/>
                </a:rPr>
                <a:t>Vision, Robotics and Imaging Laboratory</a:t>
              </a:r>
              <a:endParaRPr sz="1274">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2200"/>
              <a:t>General Objective </a:t>
            </a:r>
            <a:endParaRPr sz="2200"/>
          </a:p>
        </p:txBody>
      </p:sp>
      <p:sp>
        <p:nvSpPr>
          <p:cNvPr id="80" name="Google Shape;80;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a:t>Develop and evaluate post-hoc mechanisms that make hierarchical vehicle recognition simultaneously consistent and probabilistically reliable, while investigating how the adaptation of vision-language models affects this reliability regime. </a:t>
            </a:r>
            <a:endParaRPr/>
          </a:p>
        </p:txBody>
      </p:sp>
      <p:sp>
        <p:nvSpPr>
          <p:cNvPr id="81" name="Google Shape;8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Three heads, one decision </a:t>
            </a:r>
            <a:endParaRPr sz="2160"/>
          </a:p>
          <a:p>
            <a:pPr indent="0" lvl="0" marL="0" rtl="0" algn="l">
              <a:spcBef>
                <a:spcPts val="0"/>
              </a:spcBef>
              <a:spcAft>
                <a:spcPts val="0"/>
              </a:spcAft>
              <a:buSzPts val="990"/>
              <a:buNone/>
            </a:pPr>
            <a:r>
              <a:t/>
            </a:r>
            <a:endParaRPr sz="2160"/>
          </a:p>
        </p:txBody>
      </p:sp>
      <p:sp>
        <p:nvSpPr>
          <p:cNvPr id="87" name="Google Shape;8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88" name="Google Shape;88;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rPr lang="pt-BR"/>
              <a:t>UFPR-VeSV (Lima </a:t>
            </a:r>
            <a:r>
              <a:rPr lang="pt-BR"/>
              <a:t>et al.,</a:t>
            </a:r>
            <a:r>
              <a:rPr lang="pt-BR"/>
              <a:t> 2025) — 24,945 images · 16,297 vehicles · 10 official folds;</a:t>
            </a:r>
            <a:endParaRPr/>
          </a:p>
          <a:p>
            <a:pPr indent="0" lvl="0" marL="457200" rtl="0" algn="l">
              <a:lnSpc>
                <a:spcPct val="115000"/>
              </a:lnSpc>
              <a:spcBef>
                <a:spcPts val="1200"/>
              </a:spcBef>
              <a:spcAft>
                <a:spcPts val="0"/>
              </a:spcAft>
              <a:buNone/>
            </a:pPr>
            <a:r>
              <a:rPr lang="pt-BR"/>
              <a:t>Type (14) × make (26) × model (136) = 49,504;</a:t>
            </a:r>
            <a:endParaRPr/>
          </a:p>
          <a:p>
            <a:pPr indent="0" lvl="0" marL="457200" rtl="0" algn="l">
              <a:lnSpc>
                <a:spcPct val="115000"/>
              </a:lnSpc>
              <a:spcBef>
                <a:spcPts val="1200"/>
              </a:spcBef>
              <a:spcAft>
                <a:spcPts val="1200"/>
              </a:spcAft>
              <a:buNone/>
            </a:pPr>
            <a:r>
              <a:rPr lang="pt-BR"/>
              <a:t>Possible tuples Only 225 ever occur — 0.45% of the space.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Hierarchically Consistent Decoding</a:t>
            </a:r>
            <a:endParaRPr sz="2160"/>
          </a:p>
        </p:txBody>
      </p:sp>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pic>
        <p:nvPicPr>
          <p:cNvPr id="95" name="Google Shape;95;p16" title="TABELA~1.PNG"/>
          <p:cNvPicPr preferRelativeResize="0"/>
          <p:nvPr/>
        </p:nvPicPr>
        <p:blipFill>
          <a:blip r:embed="rId3">
            <a:alphaModFix/>
          </a:blip>
          <a:stretch>
            <a:fillRect/>
          </a:stretch>
        </p:blipFill>
        <p:spPr>
          <a:xfrm>
            <a:off x="152400" y="1091350"/>
            <a:ext cx="8839204" cy="2960788"/>
          </a:xfrm>
          <a:prstGeom prst="rect">
            <a:avLst/>
          </a:prstGeom>
          <a:noFill/>
          <a:ln>
            <a:noFill/>
          </a:ln>
        </p:spPr>
      </p:pic>
      <p:sp>
        <p:nvSpPr>
          <p:cNvPr id="96" name="Google Shape;96;p16"/>
          <p:cNvSpPr txBox="1"/>
          <p:nvPr>
            <p:ph idx="1" type="body"/>
          </p:nvPr>
        </p:nvSpPr>
        <p:spPr>
          <a:xfrm>
            <a:off x="311700" y="4232575"/>
            <a:ext cx="8520600" cy="4803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200"/>
              </a:spcAft>
              <a:buNone/>
            </a:pPr>
            <a:r>
              <a:rPr lang="pt-BR"/>
              <a:t>Figure 1: Authors, 2026</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What’s Miscalibration?</a:t>
            </a:r>
            <a:endParaRPr sz="2160"/>
          </a:p>
        </p:txBody>
      </p:sp>
      <p:sp>
        <p:nvSpPr>
          <p:cNvPr id="102" name="Google Shape;10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pic>
        <p:nvPicPr>
          <p:cNvPr id="103" name="Google Shape;103;p17" title="MISCAL~2.PNG"/>
          <p:cNvPicPr preferRelativeResize="0"/>
          <p:nvPr/>
        </p:nvPicPr>
        <p:blipFill>
          <a:blip r:embed="rId3">
            <a:alphaModFix/>
          </a:blip>
          <a:stretch>
            <a:fillRect/>
          </a:stretch>
        </p:blipFill>
        <p:spPr>
          <a:xfrm>
            <a:off x="152400" y="1067613"/>
            <a:ext cx="8839204" cy="3008264"/>
          </a:xfrm>
          <a:prstGeom prst="rect">
            <a:avLst/>
          </a:prstGeom>
          <a:noFill/>
          <a:ln>
            <a:noFill/>
          </a:ln>
        </p:spPr>
      </p:pic>
      <p:sp>
        <p:nvSpPr>
          <p:cNvPr id="104" name="Google Shape;104;p17"/>
          <p:cNvSpPr txBox="1"/>
          <p:nvPr>
            <p:ph idx="1" type="body"/>
          </p:nvPr>
        </p:nvSpPr>
        <p:spPr>
          <a:xfrm>
            <a:off x="311700" y="4232575"/>
            <a:ext cx="8520600" cy="4803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200"/>
              </a:spcAft>
              <a:buNone/>
            </a:pPr>
            <a:r>
              <a:rPr lang="pt-BR"/>
              <a:t>Figure 2: Adaptado de Guo et al., 2017</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Reliability does not compose </a:t>
            </a:r>
            <a:endParaRPr sz="2160"/>
          </a:p>
        </p:txBody>
      </p:sp>
      <p:sp>
        <p:nvSpPr>
          <p:cNvPr id="110" name="Google Shape;11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11" name="Google Shape;111;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rPr b="1" lang="pt-BR"/>
              <a:t>Three calibrated heads do not make a calibrated tuple.</a:t>
            </a:r>
            <a:endParaRPr b="1"/>
          </a:p>
          <a:p>
            <a:pPr indent="0" lvl="0" marL="457200" rtl="0" algn="l">
              <a:lnSpc>
                <a:spcPct val="115000"/>
              </a:lnSpc>
              <a:spcBef>
                <a:spcPts val="1200"/>
              </a:spcBef>
              <a:spcAft>
                <a:spcPts val="0"/>
              </a:spcAft>
              <a:buNone/>
            </a:pPr>
            <a:r>
              <a:rPr lang="pt-BR"/>
              <a:t>Temperature scaling makes it worse, not better. Applied per head, it reverses the sign of the joint confidence gap, the system goes from overconfident to underconfident without ever modelling the joint event.</a:t>
            </a:r>
            <a:endParaRPr/>
          </a:p>
          <a:p>
            <a:pPr indent="0" lvl="0" marL="457200" rtl="0" algn="l">
              <a:lnSpc>
                <a:spcPct val="115000"/>
              </a:lnSpc>
              <a:spcBef>
                <a:spcPts val="1200"/>
              </a:spcBef>
              <a:spcAft>
                <a:spcPts val="0"/>
              </a:spcAft>
              <a:buNone/>
            </a:pPr>
            <a:r>
              <a:rPr lang="pt-BR"/>
              <a:t>Aggregate ECE hides the disparity that matters. EfficientNet make: </a:t>
            </a:r>
            <a:r>
              <a:rPr b="1" lang="pt-BR"/>
              <a:t>7.1%</a:t>
            </a:r>
            <a:r>
              <a:rPr lang="pt-BR"/>
              <a:t> ECE under infrared vs </a:t>
            </a:r>
            <a:r>
              <a:rPr b="1" lang="pt-BR"/>
              <a:t>1.5%</a:t>
            </a:r>
            <a:r>
              <a:rPr lang="pt-BR"/>
              <a:t> in daylight.</a:t>
            </a:r>
            <a:endParaRPr/>
          </a:p>
          <a:p>
            <a:pPr indent="0" lvl="0" marL="457200" rtl="0" algn="l">
              <a:lnSpc>
                <a:spcPct val="115000"/>
              </a:lnSpc>
              <a:spcBef>
                <a:spcPts val="1200"/>
              </a:spcBef>
              <a:spcAft>
                <a:spcPts val="1200"/>
              </a:spcAft>
              <a:buNone/>
            </a:pPr>
            <a:r>
              <a:rPr lang="pt-BR"/>
              <a:t>And a single global temperature cannot fix it.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Hierarchically Consistent Decoding Calibration (HCD-C)</a:t>
            </a:r>
            <a:endParaRPr sz="2160"/>
          </a:p>
        </p:txBody>
      </p:sp>
      <p:sp>
        <p:nvSpPr>
          <p:cNvPr id="117" name="Google Shape;11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pic>
        <p:nvPicPr>
          <p:cNvPr id="118" name="Google Shape;118;p19" title="TABELA~2.PNG"/>
          <p:cNvPicPr preferRelativeResize="0"/>
          <p:nvPr/>
        </p:nvPicPr>
        <p:blipFill>
          <a:blip r:embed="rId3">
            <a:alphaModFix/>
          </a:blip>
          <a:stretch>
            <a:fillRect/>
          </a:stretch>
        </p:blipFill>
        <p:spPr>
          <a:xfrm>
            <a:off x="212188" y="968750"/>
            <a:ext cx="8719621" cy="3205994"/>
          </a:xfrm>
          <a:prstGeom prst="rect">
            <a:avLst/>
          </a:prstGeom>
          <a:noFill/>
          <a:ln>
            <a:noFill/>
          </a:ln>
        </p:spPr>
      </p:pic>
      <p:sp>
        <p:nvSpPr>
          <p:cNvPr id="119" name="Google Shape;119;p19"/>
          <p:cNvSpPr txBox="1"/>
          <p:nvPr>
            <p:ph idx="1" type="body"/>
          </p:nvPr>
        </p:nvSpPr>
        <p:spPr>
          <a:xfrm>
            <a:off x="311700" y="4232575"/>
            <a:ext cx="8520600" cy="4803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200"/>
              </a:spcAft>
              <a:buNone/>
            </a:pPr>
            <a:r>
              <a:rPr lang="pt-BR"/>
              <a:t>Figure 3: </a:t>
            </a:r>
            <a:r>
              <a:rPr lang="pt-BR"/>
              <a:t>Authors</a:t>
            </a:r>
            <a:r>
              <a:rPr lang="pt-BR"/>
              <a:t>,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What HCD does not solve</a:t>
            </a:r>
            <a:endParaRPr sz="2160"/>
          </a:p>
        </p:txBody>
      </p:sp>
      <p:sp>
        <p:nvSpPr>
          <p:cNvPr id="125" name="Google Shape;12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26" name="Google Shape;126;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914400" rtl="0" algn="l">
              <a:lnSpc>
                <a:spcPct val="115000"/>
              </a:lnSpc>
              <a:spcBef>
                <a:spcPts val="0"/>
              </a:spcBef>
              <a:spcAft>
                <a:spcPts val="0"/>
              </a:spcAft>
              <a:buNone/>
            </a:pPr>
            <a:r>
              <a:rPr b="1" lang="pt-BR"/>
              <a:t>Closed-world catalog.</a:t>
            </a:r>
            <a:r>
              <a:rPr lang="pt-BR"/>
              <a:t> A semantically valid but never-observed tuple is rejected by construction.</a:t>
            </a:r>
            <a:endParaRPr/>
          </a:p>
          <a:p>
            <a:pPr indent="0" lvl="0" marL="914400" rtl="0" algn="l">
              <a:lnSpc>
                <a:spcPct val="115000"/>
              </a:lnSpc>
              <a:spcBef>
                <a:spcPts val="1200"/>
              </a:spcBef>
              <a:spcAft>
                <a:spcPts val="1200"/>
              </a:spcAft>
              <a:buNone/>
            </a:pPr>
            <a:r>
              <a:rPr b="1" lang="pt-BR"/>
              <a:t>One benchmark. </a:t>
            </a:r>
            <a:r>
              <a:rPr lang="pt-BR"/>
              <a:t>Every result is on UFPR-VeSV. External validity is unestablished.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Visual Language Models for Zero-Shot</a:t>
            </a:r>
            <a:endParaRPr sz="2160"/>
          </a:p>
        </p:txBody>
      </p:sp>
      <p:sp>
        <p:nvSpPr>
          <p:cNvPr id="132" name="Google Shape;13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33" name="Google Shape;133;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b="1" lang="pt-BR"/>
              <a:t>Two frozen encoders, one shared embedding space</a:t>
            </a:r>
            <a:endParaRPr b="1"/>
          </a:p>
          <a:p>
            <a:pPr indent="457200" lvl="0" marL="457200" rtl="0" algn="l">
              <a:spcBef>
                <a:spcPts val="1200"/>
              </a:spcBef>
              <a:spcAft>
                <a:spcPts val="0"/>
              </a:spcAft>
              <a:buNone/>
            </a:pPr>
            <a:r>
              <a:rPr lang="pt-BR"/>
              <a:t>Image encoder f: maps an image x to an L2-normalized embedding</a:t>
            </a:r>
            <a:endParaRPr/>
          </a:p>
          <a:p>
            <a:pPr indent="457200" lvl="0" marL="457200" rtl="0" algn="ctr">
              <a:spcBef>
                <a:spcPts val="1200"/>
              </a:spcBef>
              <a:spcAft>
                <a:spcPts val="0"/>
              </a:spcAft>
              <a:buNone/>
            </a:pPr>
            <a:r>
              <a:rPr lang="pt-BR"/>
              <a:t>z = f(x) </a:t>
            </a:r>
            <a:endParaRPr/>
          </a:p>
          <a:p>
            <a:pPr indent="457200" lvl="0" marL="457200" rtl="0" algn="l">
              <a:spcBef>
                <a:spcPts val="1200"/>
              </a:spcBef>
              <a:spcAft>
                <a:spcPts val="0"/>
              </a:spcAft>
              <a:buNone/>
            </a:pPr>
            <a:r>
              <a:rPr lang="pt-BR"/>
              <a:t>Text encoder g: maps each class name to a prototype t</a:t>
            </a:r>
            <a:r>
              <a:rPr baseline="-25000" lang="pt-BR"/>
              <a:t>k</a:t>
            </a:r>
            <a:r>
              <a:rPr lang="pt-BR"/>
              <a:t>, constructed using a fixed prompt ensemble.</a:t>
            </a:r>
            <a:endParaRPr/>
          </a:p>
          <a:p>
            <a:pPr indent="0" lvl="0" marL="457200" rtl="0" algn="l">
              <a:spcBef>
                <a:spcPts val="1200"/>
              </a:spcBef>
              <a:spcAft>
                <a:spcPts val="0"/>
              </a:spcAft>
              <a:buNone/>
            </a:pPr>
            <a:r>
              <a:rPr b="1" lang="pt-BR"/>
              <a:t>Classification without a trained classifier</a:t>
            </a:r>
            <a:endParaRPr b="1"/>
          </a:p>
          <a:p>
            <a:pPr indent="457200" lvl="0" marL="457200" rtl="0" algn="ctr">
              <a:spcBef>
                <a:spcPts val="1200"/>
              </a:spcBef>
              <a:spcAft>
                <a:spcPts val="0"/>
              </a:spcAft>
              <a:buNone/>
            </a:pPr>
            <a:r>
              <a:rPr lang="pt-BR"/>
              <a:t>l</a:t>
            </a:r>
            <a:r>
              <a:rPr baseline="-25000" lang="pt-BR"/>
              <a:t>k</a:t>
            </a:r>
            <a:r>
              <a:rPr lang="pt-BR"/>
              <a:t>(x) = (z, t</a:t>
            </a:r>
            <a:r>
              <a:rPr baseline="-25000" lang="pt-BR"/>
              <a:t>k</a:t>
            </a:r>
            <a:r>
              <a:rPr lang="pt-BR"/>
              <a:t>) / tau</a:t>
            </a:r>
            <a:r>
              <a:rPr baseline="-25000" lang="pt-BR"/>
              <a:t>0</a:t>
            </a:r>
            <a:r>
              <a:rPr lang="pt-BR"/>
              <a:t> </a:t>
            </a:r>
            <a:endParaRPr/>
          </a:p>
          <a:p>
            <a:pPr indent="457200" lvl="0" marL="457200" rtl="0" algn="l">
              <a:spcBef>
                <a:spcPts val="1200"/>
              </a:spcBef>
              <a:spcAft>
                <a:spcPts val="1200"/>
              </a:spcAft>
              <a:buNone/>
            </a:pPr>
            <a:r>
              <a:rPr lang="pt-BR"/>
              <a:t>The class set is defined at inference time by providing K text labels.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Visual Language Models Architectures</a:t>
            </a:r>
            <a:endParaRPr sz="2160"/>
          </a:p>
        </p:txBody>
      </p:sp>
      <p:sp>
        <p:nvSpPr>
          <p:cNvPr id="139" name="Google Shape;13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pic>
        <p:nvPicPr>
          <p:cNvPr id="140" name="Google Shape;140;p22" title="vlm_architecture_evolution.png"/>
          <p:cNvPicPr preferRelativeResize="0"/>
          <p:nvPr/>
        </p:nvPicPr>
        <p:blipFill>
          <a:blip r:embed="rId3">
            <a:alphaModFix/>
          </a:blip>
          <a:stretch>
            <a:fillRect/>
          </a:stretch>
        </p:blipFill>
        <p:spPr>
          <a:xfrm>
            <a:off x="122850" y="1065828"/>
            <a:ext cx="8898301" cy="3509145"/>
          </a:xfrm>
          <a:prstGeom prst="rect">
            <a:avLst/>
          </a:prstGeom>
          <a:noFill/>
          <a:ln>
            <a:noFill/>
          </a:ln>
        </p:spPr>
      </p:pic>
      <p:sp>
        <p:nvSpPr>
          <p:cNvPr id="141" name="Google Shape;141;p22"/>
          <p:cNvSpPr txBox="1"/>
          <p:nvPr>
            <p:ph idx="1" type="body"/>
          </p:nvPr>
        </p:nvSpPr>
        <p:spPr>
          <a:xfrm>
            <a:off x="311700" y="4574975"/>
            <a:ext cx="8520600" cy="4803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200"/>
              </a:spcAft>
              <a:buNone/>
            </a:pPr>
            <a:r>
              <a:rPr lang="pt-BR"/>
              <a:t>Figure 4: Li et al., 2025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Preliminary results with VLM</a:t>
            </a:r>
            <a:endParaRPr sz="2160"/>
          </a:p>
        </p:txBody>
      </p:sp>
      <p:sp>
        <p:nvSpPr>
          <p:cNvPr id="147" name="Google Shape;14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48" name="Google Shape;148;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pt-BR"/>
              <a:t>PE-Core-L/14-336px (Meta SOTA Model) + LoRA single-task</a:t>
            </a:r>
            <a:endParaRPr/>
          </a:p>
          <a:p>
            <a:pPr indent="0" lvl="0" marL="457200" rtl="0" algn="l">
              <a:spcBef>
                <a:spcPts val="1200"/>
              </a:spcBef>
              <a:spcAft>
                <a:spcPts val="0"/>
              </a:spcAft>
              <a:buNone/>
            </a:pPr>
            <a:r>
              <a:rPr b="1" lang="pt-BR"/>
              <a:t>Type </a:t>
            </a:r>
            <a:r>
              <a:rPr lang="pt-BR"/>
              <a:t>- prompt template:</a:t>
            </a:r>
            <a:endParaRPr/>
          </a:p>
          <a:p>
            <a:pPr indent="0" lvl="0" marL="457200" rtl="0" algn="l">
              <a:spcBef>
                <a:spcPts val="1200"/>
              </a:spcBef>
              <a:spcAft>
                <a:spcPts val="0"/>
              </a:spcAft>
              <a:buNone/>
            </a:pPr>
            <a:r>
              <a:rPr lang="pt-BR"/>
              <a:t>	"a photo of a {}."</a:t>
            </a:r>
            <a:endParaRPr/>
          </a:p>
          <a:p>
            <a:pPr indent="0" lvl="0" marL="457200" rtl="0" algn="l">
              <a:spcBef>
                <a:spcPts val="1200"/>
              </a:spcBef>
              <a:spcAft>
                <a:spcPts val="0"/>
              </a:spcAft>
              <a:buNone/>
            </a:pPr>
            <a:r>
              <a:rPr b="1" lang="pt-BR"/>
              <a:t>Make </a:t>
            </a:r>
            <a:r>
              <a:rPr lang="pt-BR"/>
              <a:t>- prompt template:</a:t>
            </a:r>
            <a:endParaRPr/>
          </a:p>
          <a:p>
            <a:pPr indent="0" lvl="0" marL="457200" rtl="0" algn="l">
              <a:spcBef>
                <a:spcPts val="1200"/>
              </a:spcBef>
              <a:spcAft>
                <a:spcPts val="0"/>
              </a:spcAft>
              <a:buNone/>
            </a:pPr>
            <a:r>
              <a:rPr lang="pt-BR"/>
              <a:t>	"a photo of a {} vehicle."</a:t>
            </a:r>
            <a:endParaRPr/>
          </a:p>
          <a:p>
            <a:pPr indent="0" lvl="0" marL="457200" rtl="0" algn="l">
              <a:spcBef>
                <a:spcPts val="1200"/>
              </a:spcBef>
              <a:spcAft>
                <a:spcPts val="0"/>
              </a:spcAft>
              <a:buNone/>
            </a:pPr>
            <a:r>
              <a:rPr b="1" lang="pt-BR"/>
              <a:t>Model </a:t>
            </a:r>
            <a:r>
              <a:rPr lang="pt-BR"/>
              <a:t>- prompt template:</a:t>
            </a:r>
            <a:endParaRPr/>
          </a:p>
          <a:p>
            <a:pPr indent="0" lvl="0" marL="457200" rtl="0" algn="l">
              <a:spcBef>
                <a:spcPts val="1200"/>
              </a:spcBef>
              <a:spcAft>
                <a:spcPts val="1200"/>
              </a:spcAft>
              <a:buNone/>
            </a:pPr>
            <a:r>
              <a:rPr lang="pt-BR"/>
              <a:t>	"a photo of a {} car."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Preliminary results with VLM</a:t>
            </a:r>
            <a:endParaRPr sz="2160"/>
          </a:p>
        </p:txBody>
      </p:sp>
      <p:sp>
        <p:nvSpPr>
          <p:cNvPr id="154" name="Google Shape;15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pic>
        <p:nvPicPr>
          <p:cNvPr id="155" name="Google Shape;155;p24" title="TABELA~4.PNG"/>
          <p:cNvPicPr preferRelativeResize="0"/>
          <p:nvPr/>
        </p:nvPicPr>
        <p:blipFill>
          <a:blip r:embed="rId3">
            <a:alphaModFix/>
          </a:blip>
          <a:stretch>
            <a:fillRect/>
          </a:stretch>
        </p:blipFill>
        <p:spPr>
          <a:xfrm>
            <a:off x="408350" y="1130625"/>
            <a:ext cx="8327276" cy="3574076"/>
          </a:xfrm>
          <a:prstGeom prst="rect">
            <a:avLst/>
          </a:prstGeom>
          <a:noFill/>
          <a:ln>
            <a:noFill/>
          </a:ln>
        </p:spPr>
      </p:pic>
      <p:sp>
        <p:nvSpPr>
          <p:cNvPr id="156" name="Google Shape;156;p24"/>
          <p:cNvSpPr txBox="1"/>
          <p:nvPr>
            <p:ph idx="1" type="body"/>
          </p:nvPr>
        </p:nvSpPr>
        <p:spPr>
          <a:xfrm>
            <a:off x="311700" y="4475250"/>
            <a:ext cx="8520600" cy="480300"/>
          </a:xfrm>
          <a:prstGeom prst="rect">
            <a:avLst/>
          </a:prstGeom>
        </p:spPr>
        <p:txBody>
          <a:bodyPr anchorCtr="0" anchor="t" bIns="91425" lIns="91425" spcFirstLastPara="1" rIns="91425" wrap="square" tIns="91425">
            <a:normAutofit/>
          </a:bodyPr>
          <a:lstStyle/>
          <a:p>
            <a:pPr indent="0" lvl="0" marL="457200" rtl="0" algn="ctr">
              <a:spcBef>
                <a:spcPts val="0"/>
              </a:spcBef>
              <a:spcAft>
                <a:spcPts val="1200"/>
              </a:spcAft>
              <a:buNone/>
            </a:pPr>
            <a:r>
              <a:rPr lang="pt-BR"/>
              <a:t>Figure 5: Authors, 2026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Model architecture testing</a:t>
            </a:r>
            <a:endParaRPr sz="2160"/>
          </a:p>
        </p:txBody>
      </p:sp>
      <p:sp>
        <p:nvSpPr>
          <p:cNvPr id="162" name="Google Shape;16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63" name="Google Shape;163;p2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pt-BR"/>
              <a:t>Test how the model’s architecture </a:t>
            </a:r>
            <a:r>
              <a:rPr b="1" lang="pt-BR"/>
              <a:t>affect</a:t>
            </a:r>
            <a:r>
              <a:rPr b="1" lang="pt-BR"/>
              <a:t> its performance</a:t>
            </a:r>
            <a:r>
              <a:rPr b="1" lang="pt-BR"/>
              <a:t>. </a:t>
            </a:r>
            <a:r>
              <a:rPr lang="pt-BR"/>
              <a:t>There is a lot of open-source models to choose from, which gives better performance to ours tasks?</a:t>
            </a:r>
            <a:endParaRPr/>
          </a:p>
          <a:p>
            <a:pPr indent="0" lvl="0" marL="457200" rtl="0" algn="l">
              <a:spcBef>
                <a:spcPts val="1200"/>
              </a:spcBef>
              <a:spcAft>
                <a:spcPts val="1200"/>
              </a:spcAft>
              <a:buNone/>
            </a:pPr>
            <a:r>
              <a:t/>
            </a:r>
            <a:endParaRPr/>
          </a:p>
        </p:txBody>
      </p:sp>
      <p:graphicFrame>
        <p:nvGraphicFramePr>
          <p:cNvPr id="164" name="Google Shape;164;p25"/>
          <p:cNvGraphicFramePr/>
          <p:nvPr/>
        </p:nvGraphicFramePr>
        <p:xfrm>
          <a:off x="2362200" y="2110525"/>
          <a:ext cx="3000000" cy="3000000"/>
        </p:xfrm>
        <a:graphic>
          <a:graphicData uri="http://schemas.openxmlformats.org/drawingml/2006/table">
            <a:tbl>
              <a:tblPr>
                <a:noFill/>
                <a:tableStyleId>{AC1B1D22-629B-4449-9599-8604826D8972}</a:tableStyleId>
              </a:tblPr>
              <a:tblGrid>
                <a:gridCol w="1009650"/>
                <a:gridCol w="382650"/>
                <a:gridCol w="1493775"/>
                <a:gridCol w="1533525"/>
              </a:tblGrid>
              <a:tr h="219075">
                <a:tc>
                  <a:txBody>
                    <a:bodyPr/>
                    <a:lstStyle/>
                    <a:p>
                      <a:pPr indent="0" lvl="0" marL="0" rtl="0" algn="l">
                        <a:lnSpc>
                          <a:spcPct val="115000"/>
                        </a:lnSpc>
                        <a:spcBef>
                          <a:spcPts val="0"/>
                        </a:spcBef>
                        <a:spcAft>
                          <a:spcPts val="0"/>
                        </a:spcAft>
                        <a:buNone/>
                      </a:pPr>
                      <a:r>
                        <a:rPr b="1" lang="pt-BR" sz="1200"/>
                        <a:t>Name</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CB4D"/>
                    </a:solidFill>
                  </a:tcPr>
                </a:tc>
                <a:tc>
                  <a:txBody>
                    <a:bodyPr/>
                    <a:lstStyle/>
                    <a:p>
                      <a:pPr indent="0" lvl="0" marL="0" rtl="0" algn="l">
                        <a:lnSpc>
                          <a:spcPct val="115000"/>
                        </a:lnSpc>
                        <a:spcBef>
                          <a:spcPts val="0"/>
                        </a:spcBef>
                        <a:spcAft>
                          <a:spcPts val="0"/>
                        </a:spcAft>
                        <a:buNone/>
                      </a:pPr>
                      <a:r>
                        <a:rPr b="1" lang="pt-BR" sz="1200"/>
                        <a:t>Year</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CB4D"/>
                    </a:solidFill>
                  </a:tcPr>
                </a:tc>
                <a:tc>
                  <a:txBody>
                    <a:bodyPr/>
                    <a:lstStyle/>
                    <a:p>
                      <a:pPr indent="0" lvl="0" marL="0" rtl="0" algn="l">
                        <a:lnSpc>
                          <a:spcPct val="115000"/>
                        </a:lnSpc>
                        <a:spcBef>
                          <a:spcPts val="0"/>
                        </a:spcBef>
                        <a:spcAft>
                          <a:spcPts val="0"/>
                        </a:spcAft>
                        <a:buNone/>
                      </a:pPr>
                      <a:r>
                        <a:rPr b="1" lang="pt-BR" sz="1200"/>
                        <a:t>Architecture</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CB4D"/>
                    </a:solidFill>
                  </a:tcPr>
                </a:tc>
                <a:tc>
                  <a:txBody>
                    <a:bodyPr/>
                    <a:lstStyle/>
                    <a:p>
                      <a:pPr indent="0" lvl="0" marL="0" rtl="0" algn="r">
                        <a:lnSpc>
                          <a:spcPct val="115000"/>
                        </a:lnSpc>
                        <a:spcBef>
                          <a:spcPts val="0"/>
                        </a:spcBef>
                        <a:spcAft>
                          <a:spcPts val="0"/>
                        </a:spcAft>
                        <a:buNone/>
                      </a:pPr>
                      <a:r>
                        <a:rPr b="1" lang="pt-BR" sz="1200"/>
                        <a:t>Size</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CB4D"/>
                    </a:solidFill>
                  </a:tcPr>
                </a:tc>
              </a:tr>
              <a:tr h="200025">
                <a:tc>
                  <a:txBody>
                    <a:bodyPr/>
                    <a:lstStyle/>
                    <a:p>
                      <a:pPr indent="0" lvl="0" marL="0" rtl="0" algn="l">
                        <a:lnSpc>
                          <a:spcPct val="115000"/>
                        </a:lnSpc>
                        <a:spcBef>
                          <a:spcPts val="0"/>
                        </a:spcBef>
                        <a:spcAft>
                          <a:spcPts val="0"/>
                        </a:spcAft>
                        <a:buNone/>
                      </a:pPr>
                      <a:r>
                        <a:rPr lang="pt-BR" sz="1000"/>
                        <a:t>CLIP</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pt-BR" sz="1000"/>
                        <a:t>Encoder-Decoder</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63M - 355M</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pt-BR" sz="1000"/>
                        <a:t>LLaVA-1.5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2023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l">
                        <a:lnSpc>
                          <a:spcPct val="115000"/>
                        </a:lnSpc>
                        <a:spcBef>
                          <a:spcPts val="0"/>
                        </a:spcBef>
                        <a:spcAft>
                          <a:spcPts val="0"/>
                        </a:spcAft>
                        <a:buNone/>
                      </a:pPr>
                      <a:r>
                        <a:rPr lang="pt-BR" sz="1000"/>
                        <a:t>Decoder-only</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7B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r>
              <a:tr h="200025">
                <a:tc>
                  <a:txBody>
                    <a:bodyPr/>
                    <a:lstStyle/>
                    <a:p>
                      <a:pPr indent="0" lvl="0" marL="0" rtl="0" algn="l">
                        <a:lnSpc>
                          <a:spcPct val="115000"/>
                        </a:lnSpc>
                        <a:spcBef>
                          <a:spcPts val="0"/>
                        </a:spcBef>
                        <a:spcAft>
                          <a:spcPts val="0"/>
                        </a:spcAft>
                        <a:buNone/>
                      </a:pPr>
                      <a:r>
                        <a:rPr lang="pt-BR" sz="1000"/>
                        <a:t>InstructBLIP</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2023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pt-BR" sz="1000"/>
                        <a:t>Encoder-Decoder</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7B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pt-BR" sz="1000"/>
                        <a:t>DeepSeek-VL2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2024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l">
                        <a:lnSpc>
                          <a:spcPct val="115000"/>
                        </a:lnSpc>
                        <a:spcBef>
                          <a:spcPts val="0"/>
                        </a:spcBef>
                        <a:spcAft>
                          <a:spcPts val="0"/>
                        </a:spcAft>
                        <a:buNone/>
                      </a:pPr>
                      <a:r>
                        <a:rPr lang="pt-BR" sz="1000"/>
                        <a:t>Decoder-only</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3B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r>
              <a:tr h="200025">
                <a:tc>
                  <a:txBody>
                    <a:bodyPr/>
                    <a:lstStyle/>
                    <a:p>
                      <a:pPr indent="0" lvl="0" marL="0" rtl="0" algn="l">
                        <a:lnSpc>
                          <a:spcPct val="115000"/>
                        </a:lnSpc>
                        <a:spcBef>
                          <a:spcPts val="0"/>
                        </a:spcBef>
                        <a:spcAft>
                          <a:spcPts val="0"/>
                        </a:spcAft>
                        <a:buNone/>
                      </a:pPr>
                      <a:r>
                        <a:rPr lang="pt-BR" sz="1000"/>
                        <a:t>Qwen3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2025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pt-BR" sz="1000"/>
                        <a:t>Decoder-only</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2B, 4B, 8B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pt-BR" sz="1000"/>
                        <a:t>SmolVLM</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2025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l">
                        <a:lnSpc>
                          <a:spcPct val="115000"/>
                        </a:lnSpc>
                        <a:spcBef>
                          <a:spcPts val="0"/>
                        </a:spcBef>
                        <a:spcAft>
                          <a:spcPts val="0"/>
                        </a:spcAft>
                        <a:buNone/>
                      </a:pPr>
                      <a:r>
                        <a:rPr lang="pt-BR" sz="1000"/>
                        <a:t>Decoder-only</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256M, 500M, 2.2B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r>
              <a:tr h="204850">
                <a:tc>
                  <a:txBody>
                    <a:bodyPr/>
                    <a:lstStyle/>
                    <a:p>
                      <a:pPr indent="0" lvl="0" marL="0" rtl="0" algn="l">
                        <a:lnSpc>
                          <a:spcPct val="115000"/>
                        </a:lnSpc>
                        <a:spcBef>
                          <a:spcPts val="0"/>
                        </a:spcBef>
                        <a:spcAft>
                          <a:spcPts val="0"/>
                        </a:spcAft>
                        <a:buNone/>
                      </a:pPr>
                      <a:r>
                        <a:rPr lang="pt-BR" sz="1000"/>
                        <a:t>Gemma 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pt-BR" sz="1000"/>
                        <a:t>Decoder-only</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E2B (5B), 12B, 26B (A4B)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pt-BR" sz="1000"/>
                        <a:t>LFM2.5-VL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2026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l">
                        <a:lnSpc>
                          <a:spcPct val="115000"/>
                        </a:lnSpc>
                        <a:spcBef>
                          <a:spcPts val="0"/>
                        </a:spcBef>
                        <a:spcAft>
                          <a:spcPts val="0"/>
                        </a:spcAft>
                        <a:buNone/>
                      </a:pPr>
                      <a:r>
                        <a:rPr lang="pt-BR" sz="1000"/>
                        <a:t>Liquid Foundation Model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450M, 1.6B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r>
              <a:tr h="200025">
                <a:tc>
                  <a:txBody>
                    <a:bodyPr/>
                    <a:lstStyle/>
                    <a:p>
                      <a:pPr indent="0" lvl="0" marL="0" rtl="0" algn="l">
                        <a:lnSpc>
                          <a:spcPct val="115000"/>
                        </a:lnSpc>
                        <a:spcBef>
                          <a:spcPts val="0"/>
                        </a:spcBef>
                        <a:spcAft>
                          <a:spcPts val="0"/>
                        </a:spcAft>
                        <a:buNone/>
                      </a:pPr>
                      <a:r>
                        <a:rPr lang="pt-BR" sz="1000"/>
                        <a:t>DiffusionGemma</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pt-BR" sz="1000"/>
                        <a:t>Diffusion Model</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26B (A4B)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pt-BR" sz="1000"/>
                        <a:t>Qwen3.5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2026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l">
                        <a:lnSpc>
                          <a:spcPct val="115000"/>
                        </a:lnSpc>
                        <a:spcBef>
                          <a:spcPts val="0"/>
                        </a:spcBef>
                        <a:spcAft>
                          <a:spcPts val="0"/>
                        </a:spcAft>
                        <a:buNone/>
                      </a:pPr>
                      <a:r>
                        <a:rPr lang="pt-BR" sz="1000"/>
                        <a:t>Unified VL (early fusion)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c>
                  <a:txBody>
                    <a:bodyPr/>
                    <a:lstStyle/>
                    <a:p>
                      <a:pPr indent="0" lvl="0" marL="0" rtl="0" algn="r">
                        <a:lnSpc>
                          <a:spcPct val="115000"/>
                        </a:lnSpc>
                        <a:spcBef>
                          <a:spcPts val="0"/>
                        </a:spcBef>
                        <a:spcAft>
                          <a:spcPts val="0"/>
                        </a:spcAft>
                        <a:buNone/>
                      </a:pPr>
                      <a:r>
                        <a:rPr lang="pt-BR" sz="1000"/>
                        <a:t>0.8B, 2B, 9B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8E3"/>
                    </a:solidFill>
                  </a:tcPr>
                </a:tc>
              </a:tr>
              <a:tr h="200025">
                <a:tc>
                  <a:txBody>
                    <a:bodyPr/>
                    <a:lstStyle/>
                    <a:p>
                      <a:pPr indent="0" lvl="0" marL="0" rtl="0" algn="l">
                        <a:lnSpc>
                          <a:spcPct val="115000"/>
                        </a:lnSpc>
                        <a:spcBef>
                          <a:spcPts val="0"/>
                        </a:spcBef>
                        <a:spcAft>
                          <a:spcPts val="0"/>
                        </a:spcAft>
                        <a:buNone/>
                      </a:pPr>
                      <a:r>
                        <a:rPr lang="pt-BR" sz="1000"/>
                        <a:t>Qwen3.6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2026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pt-BR" sz="1000"/>
                        <a:t>MoE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pt-BR" sz="1000"/>
                        <a:t>27B, 35B (A3B)</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Tuning and post-tuning calibration in VLM</a:t>
            </a:r>
            <a:endParaRPr sz="2160"/>
          </a:p>
        </p:txBody>
      </p:sp>
      <p:sp>
        <p:nvSpPr>
          <p:cNvPr id="170" name="Google Shape;17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71" name="Google Shape;171;p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pt-BR"/>
              <a:t>The literature cannot settle it. </a:t>
            </a:r>
            <a:r>
              <a:rPr lang="pt-BR"/>
              <a:t>Adaptation is known to miscalibrate CLIP through logit-range inflation (Murugesan et al., 2024), and temperature fitted on base classes does not transfer to new ones (Wang et al., 2024).</a:t>
            </a:r>
            <a:endParaRPr/>
          </a:p>
          <a:p>
            <a:pPr indent="0" lvl="0" marL="457200" rtl="0" algn="l">
              <a:spcBef>
                <a:spcPts val="1200"/>
              </a:spcBef>
              <a:spcAft>
                <a:spcPts val="0"/>
              </a:spcAft>
              <a:buNone/>
            </a:pPr>
            <a:r>
              <a:rPr b="1" lang="pt-BR"/>
              <a:t>Adaptation moves the very object the calibrator is fitted to. </a:t>
            </a:r>
            <a:r>
              <a:rPr lang="pt-BR"/>
              <a:t>The scoring geometry is logit_scale · cosine. Every post-hoc calibrator is a map fitted on that geometry  and LoRA optimises it directly.</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Tuning and post-tuning calibration in VLM</a:t>
            </a:r>
            <a:endParaRPr sz="2160"/>
          </a:p>
        </p:txBody>
      </p:sp>
      <p:sp>
        <p:nvSpPr>
          <p:cNvPr id="177" name="Google Shape;17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78" name="Google Shape;178;p2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pt-BR"/>
              <a:t>The damage is not uniform and we measured it. </a:t>
            </a:r>
            <a:r>
              <a:rPr lang="pt-BR"/>
              <a:t>Fine-tuning widens the infrared↔daylight gap by up to +9.8 pp of ECE. Sharpening the representation on the majority domain makes IR relatively more out-of-distribution. 21.5% of the benchmark is infrared. The average improves while the subgroup that matters degrades.</a:t>
            </a:r>
            <a:endParaRPr/>
          </a:p>
          <a:p>
            <a:pPr indent="0" lvl="0" marL="45720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160"/>
              <a:t>References</a:t>
            </a:r>
            <a:endParaRPr sz="2160"/>
          </a:p>
        </p:txBody>
      </p:sp>
      <p:sp>
        <p:nvSpPr>
          <p:cNvPr id="184" name="Google Shape;18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t-BR"/>
              <a:t>‹#›</a:t>
            </a:fld>
            <a:endParaRPr/>
          </a:p>
        </p:txBody>
      </p:sp>
      <p:sp>
        <p:nvSpPr>
          <p:cNvPr id="185" name="Google Shape;185;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pt-BR"/>
              <a:t>[1] Lima, G. E., Nascimento, V., Santos, E., Nascimento Jr., E., Laroca, R., Menotti, D. Toward Unified Fine-Grained Vehicle Classification and Automatic License Plate Recognition. JBCS, 32(1):783–799, 2026.</a:t>
            </a:r>
            <a:endParaRPr/>
          </a:p>
          <a:p>
            <a:pPr indent="0" lvl="0" marL="0" rtl="0" algn="l">
              <a:spcBef>
                <a:spcPts val="1200"/>
              </a:spcBef>
              <a:spcAft>
                <a:spcPts val="0"/>
              </a:spcAft>
              <a:buNone/>
            </a:pPr>
            <a:r>
              <a:rPr lang="pt-BR"/>
              <a:t>[2] Bolya, D. et al. Perception Encoder: The Best Visual Embeddings Are Not at the Output of the Network. arXiv:2504.13181, 2025.</a:t>
            </a:r>
            <a:endParaRPr/>
          </a:p>
          <a:p>
            <a:pPr indent="0" lvl="0" marL="0" rtl="0" algn="l">
              <a:spcBef>
                <a:spcPts val="1200"/>
              </a:spcBef>
              <a:spcAft>
                <a:spcPts val="0"/>
              </a:spcAft>
              <a:buNone/>
            </a:pPr>
            <a:r>
              <a:rPr lang="pt-BR"/>
              <a:t>[3] Hu, E. J. et al. LoRA: Low-Rank Adaptation of Large Language Models. ICLR, 2022.</a:t>
            </a:r>
            <a:endParaRPr/>
          </a:p>
          <a:p>
            <a:pPr indent="0" lvl="0" marL="0" rtl="0" algn="l">
              <a:spcBef>
                <a:spcPts val="1200"/>
              </a:spcBef>
              <a:spcAft>
                <a:spcPts val="0"/>
              </a:spcAft>
              <a:buNone/>
            </a:pPr>
            <a:r>
              <a:rPr lang="pt-BR"/>
              <a:t>[4] Guo, C., Pleiss, G., Sun, Y., Weinberger, K. Q. On Calibration of Modern Neural Networks. ICML, PMLR 70:1321–1330, 2017.</a:t>
            </a:r>
            <a:endParaRPr/>
          </a:p>
          <a:p>
            <a:pPr indent="0" lvl="0" marL="0" rtl="0" algn="l">
              <a:spcBef>
                <a:spcPts val="1200"/>
              </a:spcBef>
              <a:spcAft>
                <a:spcPts val="0"/>
              </a:spcAft>
              <a:buNone/>
            </a:pPr>
            <a:r>
              <a:rPr lang="pt-BR"/>
              <a:t>[5] Murugesan, B., Silva-Rodríguez, J., Ben Ayed, I., Dolz, J. Robust Calibration of Large Vision-Language Adapters. ECCV, LNCS 15082:147–165, 2024.</a:t>
            </a:r>
            <a:endParaRPr/>
          </a:p>
          <a:p>
            <a:pPr indent="0" lvl="0" marL="0" rtl="0" algn="l">
              <a:spcBef>
                <a:spcPts val="1200"/>
              </a:spcBef>
              <a:spcAft>
                <a:spcPts val="0"/>
              </a:spcAft>
              <a:buNone/>
            </a:pPr>
            <a:r>
              <a:rPr lang="pt-BR"/>
              <a:t>[6] Wang, S. et al. Open-Vocabulary Calibration for Fine-tuned CLIP. ICML, PMLR 235:51734–51754, 2024.</a:t>
            </a:r>
            <a:endParaRPr/>
          </a:p>
          <a:p>
            <a:pPr indent="0" lvl="0" marL="0" rtl="0" algn="l">
              <a:spcBef>
                <a:spcPts val="1200"/>
              </a:spcBef>
              <a:spcAft>
                <a:spcPts val="0"/>
              </a:spcAft>
              <a:buNone/>
            </a:pPr>
            <a:r>
              <a:rPr lang="pt-BR"/>
              <a:t>[7] Zanella, M., Ben Ayed, I. Low-Rank Few-Shot Adaptation of Vision-Language Models. CVPRW, 2024.</a:t>
            </a:r>
            <a:endParaRPr/>
          </a:p>
          <a:p>
            <a:pPr indent="0" lvl="0" marL="0" rtl="0" algn="l">
              <a:spcBef>
                <a:spcPts val="1200"/>
              </a:spcBef>
              <a:spcAft>
                <a:spcPts val="1200"/>
              </a:spcAft>
              <a:buNone/>
            </a:pPr>
            <a:r>
              <a:rPr lang="pt-BR"/>
              <a:t>[8] Li Z. et al. A survey of State of the Art Large Vision Language Models: Alignment, Benchmark, Evaluations and Challenges. arXiv:2501.02189, 2025.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